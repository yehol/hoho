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oho/assets/key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285" y="1463040"/>
            <a:ext cx="862541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822960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80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822960" y="3310128"/>
            <a:ext cx="45720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5112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 우주의 물질로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이루어진 토끼들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 ip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the beginning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우주의 모든 물질이 토끼가 된다면?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78638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우주토끼는 달, 구름, 모래, 암석처럼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물질로 이루어진 토끼들의 세계입니다.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토끼의 형태를 가지고 있지만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각자가 가진 촉감과 무게, 흔적과 변화는 모두 다릅니다.</a:t>
            </a:r>
            <a:endParaRPr lang="en-US" sz="1050" dirty="0"/>
          </a:p>
        </p:txBody>
      </p:sp>
      <p:pic>
        <p:nvPicPr>
          <p:cNvPr id="5" name="Image 0" descr="/home/user/hoho/assets/line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0"/>
            <a:ext cx="8961120" cy="31946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material &amp; person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물질의 성질은 사람의 모습과 닮아 있습니다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852160" cy="116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물질은 쉽게 모양이 달라지고,</a:t>
            </a:r>
            <a:endParaRPr lang="en-US" sz="11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물질은 오랜 시간 흔적을 품습니다.</a:t>
            </a:r>
            <a:endParaRPr lang="en-US" sz="11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것은 흩어졌다가 다시 모이고,</a:t>
            </a:r>
            <a:endParaRPr lang="en-US" sz="11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것은 단단하지만 작은 균열을 가지고 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585216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우주토끼는 물질의 성질을 통해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가진 서로 다른 모습을 바라봅니다.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85232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당신은 어떤 토끼인가요?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one form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다르지만, 같은 세계에서 태어난 형태</a:t>
            </a:r>
            <a:endParaRPr lang="en-US" sz="1800" dirty="0"/>
          </a:p>
        </p:txBody>
      </p:sp>
      <p:pic>
        <p:nvPicPr>
          <p:cNvPr id="4" name="Image 0" descr="/home/user/hoho/assets/turnaround_ang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7855" y="1874520"/>
            <a:ext cx="78638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938528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02996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둥글지만 완전한 구형은 아닌 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603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안정적으로 바닥에 닿는 배와 발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" y="2999232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0906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단순한 앞발과 뒷발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3529584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6210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존재하는 귀와 꼬리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4059936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15137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캐릭터마다 통일된 얼굴 비례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4590288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68172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물성에 따라 달라지는 표면과 실루엣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2960" y="5120640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21208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장식보다 재료 자체의 특징을 우선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first materials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우주토끼를 이루는 첫 번째 물질들</a:t>
            </a:r>
            <a:endParaRPr lang="en-US" sz="1800" dirty="0"/>
          </a:p>
        </p:txBody>
      </p:sp>
      <p:pic>
        <p:nvPicPr>
          <p:cNvPr id="4" name="Image 0" descr="/home/user/hoho/assets/key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0200"/>
            <a:ext cx="7236573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99248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앙고라토끼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angora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99248" y="18105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길게 자란 털이 몸의 윤곽을 부드럽게 덮습니다.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99248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서로 다른 사람들 사이를 잇는 자리에 서 있을까요?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99248" y="25054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moon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99248" y="2743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회백색 표면 위에 크고 작은 분화구가 남아 있습니다.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99248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지나온 시간의 흔적을 오래 간직하는 편일까요?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99248" y="34381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cloud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99248" y="3675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희고 푸른 기가 도는 몸이 덩어리처럼 뭉쳐 있습니다.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99248" y="4005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흩어졌다가도 다시 모이는 편일까요?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99248" y="43708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sand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99248" y="4608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가는 알갱이가 층층이 쌓여 결을 만듭니다.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99248" y="4937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눌린 자리에서 새로운 모양이 되는 편일까요?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699248" y="5303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rock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99248" y="5541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단단하게 굳은 표면 안쪽으로 가는 결이 지나갑니다.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99248" y="5870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단단해 보이는 안쪽에 어떤 결을 품고 있을까요?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comparison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형태, 서로 다른 감각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5960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앙고라토끼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angora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58768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달토끼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58768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751576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구름토끼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51576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644384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모래토끼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44384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sand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537192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암석토끼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37192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rock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822960" y="2084832"/>
            <a:ext cx="10545775" cy="6401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585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물질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65960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털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58768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 표면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51576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44384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537192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2743200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8712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결을 따라 흐르는 장모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58768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크고 작은 분화구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51576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매끄러운 무광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44384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층층이 쌓인 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537192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각지고 단단한 면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3355848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4838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65960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털이 감싼 둥근 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58768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구체에 가까운 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51576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뭉친 덩어리 실루엣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44384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결이 감도는 둥근 몸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537192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면으로 깎인 둥근 몸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3968496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965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색감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65960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아이보리 · 연한 분홍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58768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회백색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51576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백색 · 청백색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644384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웜베이지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537192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짙은 회색 · 금빛 결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22960" y="4581144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709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인상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65960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폭신하고 따뜻함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58768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서늘하고 고요함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51576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부드럽고 가벼움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44384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서걱이고 건조함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537192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묵직하고 단단함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2960" y="5193792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5321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965960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어디에 서 있을까요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858768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흔적을 오래 간직할까요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51576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흩어졌다 다시 모일까요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644384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눌린 자리에서 달라질까요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537192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안쪽에 어떤 결이 있을까요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22960" y="5806440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5998464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형태를 공유하지만, 차이는 색이 아니라 표면과 실루엣에서 먼저 드러납니다.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visual language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부드럽고 조용하지만, 모두 다른 존재들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아이보리 기가 남아 있는 부드러운 색감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52044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파스텔과 저채도 중심의 색 구성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광택보다 재료의 표면감을 우선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1540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단순하고 안정적인 실루엣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최소한으로 절제한 하이라이트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귀여움과 오브제성의 균형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표면이 흔들리지 않는 정돈된 마감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1540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사실적이지 않으면서 물성은 남는 표현</a:t>
            </a:r>
            <a:endParaRPr lang="en-US" sz="850" dirty="0"/>
          </a:p>
        </p:txBody>
      </p:sp>
      <p:pic>
        <p:nvPicPr>
          <p:cNvPr id="20" name="Image 0" descr="/home/user/hoho/assets/line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11661"/>
            <a:ext cx="12191695" cy="43463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expanding materials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우주토끼는 계속 다른 물질을 발견합니다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59536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캐릭터의 수를 늘리는 방식이 아니라, 새로운 물질을 만날 때마다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세계가 한 겹씩 넓어지는 구조입니다.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44368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푸딩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65776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87184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87184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오로라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08592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아이스크림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44368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65776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65776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비눗방울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87184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08592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32704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833872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확정된 제품 계획이 아니라, 앞으로 탐구할 수 있는 물질의 방향입니다.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보고, 만지고, 모으고, 공간에서 만나는 토끼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오브제로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수집형 아트토이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오브제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피규어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캐릭터 봉제 인형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52044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곁에 두는 것으로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키링과 백참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패키지와 질문 카드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공간에서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팝업 전시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연출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1540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1540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협업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이미지와 짧은 콘텐츠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3337560" cy="2377440"/>
          </a:xfrm>
          <a:prstGeom prst="rect">
            <a:avLst/>
          </a:prstGeom>
          <a:solidFill>
            <a:srgbClr val="F2F2F1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171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아트토이 · 오브제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준비 중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16552" y="3520440"/>
            <a:ext cx="3337560" cy="2377440"/>
          </a:xfrm>
          <a:prstGeom prst="rect">
            <a:avLst/>
          </a:prstGeom>
          <a:solidFill>
            <a:srgbClr val="F2F2F1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45171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· 질문 카드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16552" y="47548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준비 중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010144" y="3520440"/>
            <a:ext cx="3337560" cy="2377440"/>
          </a:xfrm>
          <a:prstGeom prst="rect">
            <a:avLst/>
          </a:prstGeom>
          <a:solidFill>
            <a:srgbClr val="F2F2F1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45171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팝업 · 공간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준비 중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oho/assets/key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818683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14173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686800" y="1993392"/>
            <a:ext cx="45720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22860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물질로 이루어진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우주토끼들은 우리에게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질문을 건넵니다.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686800" y="3364992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어떤 성질을 가지고 있는지,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흔적을 품고 있는지,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 어떤 모습으로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변해가고 있는지.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0" y="4754880"/>
            <a:ext cx="269748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49926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당신은 어떤 토끼인가요?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0" y="577900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 · 우주토끼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wuzu tokki 우주토끼 IP 소개서 (29CM)</dc:title>
  <dc:subject>PptxGenJS Presentation</dc:subject>
  <dc:creator>wuzu tokki</dc:creator>
  <cp:lastModifiedBy>wuzu tokki</cp:lastModifiedBy>
  <cp:revision>1</cp:revision>
  <dcterms:created xsi:type="dcterms:W3CDTF">2026-09-22T06:13:03Z</dcterms:created>
  <dcterms:modified xsi:type="dcterms:W3CDTF">2026-09-22T06:13:03Z</dcterms:modified>
</cp:coreProperties>
</file>