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272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ART TOY 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74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6110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우주…토끼?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Born from different worlds.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852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기본 토끼 조형에 서로 다른 세계의 물성과 환경을 적용해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확장하는 수집형 캐릭터 아트토이 IP.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53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예비창업 단계 · IP 개발 및 제품화 준비 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03720" y="3154680"/>
            <a:ext cx="4462272" cy="2697480"/>
          </a:xfrm>
          <a:prstGeom prst="rect">
            <a:avLst/>
          </a:prstGeom>
          <a:solidFill>
            <a:srgbClr val="F1EB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0" y="338328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 01 — ORIGIN</a:t>
            </a:r>
            <a:endParaRPr lang="en-US" sz="850" dirty="0"/>
          </a:p>
        </p:txBody>
      </p:sp>
      <p:pic>
        <p:nvPicPr>
          <p:cNvPr id="10" name="Image 0" descr="/home/user/hoho/assets/heroes_stri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703320"/>
            <a:ext cx="4005072" cy="82054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32320" y="4636008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4828032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8133588" y="4636008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133588" y="4828032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얼음토끼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4636008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ROCK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9134856" y="4828032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10136124" y="4636008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SAND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0136124" y="4828032"/>
            <a:ext cx="10012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51297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가지 기본 물성으로 시작하는 첫 번째 컬렉션.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캐릭터는 많지만,</a:t>
            </a:r>
            <a:endParaRPr lang="en-US" sz="29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 소유하고 싶은 캐릭터는 적다.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214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GOODS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408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굿즈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그래픽과 굿즈는 많지만, 성인 소비자가 생활공간에 오래 두고 싶은 조형적 오브젝트형 캐릭터는 선택지가 제한적입니다.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846320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307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COLLECTOR ART TOY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컬렉터 아트토이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79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작품성과 수집가치는 높지만, 가격과 접근성에서 진입장벽이 존재합니다.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956048"/>
            <a:ext cx="4846320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389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Tokki?는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세 영역의 접점을 지향합니다.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2194560" cy="2194560"/>
          </a:xfrm>
          <a:prstGeom prst="ellipse">
            <a:avLst/>
          </a:prstGeom>
          <a:solidFill>
            <a:srgbClr val="8FA9B3">
              <a:alpha val="13000"/>
            </a:srgbClr>
          </a:solidFill>
          <a:ln w="15875">
            <a:solidFill>
              <a:srgbClr val="8FA9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03120"/>
            <a:ext cx="2194560" cy="2194560"/>
          </a:xfrm>
          <a:prstGeom prst="ellipse">
            <a:avLst/>
          </a:prstGeom>
          <a:solidFill>
            <a:srgbClr val="BFA06E">
              <a:alpha val="13000"/>
            </a:srgbClr>
          </a:solidFill>
          <a:ln w="15875">
            <a:solidFill>
              <a:srgbClr val="BFA0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3383280"/>
            <a:ext cx="2194560" cy="2194560"/>
          </a:xfrm>
          <a:prstGeom prst="ellipse">
            <a:avLst/>
          </a:prstGeom>
          <a:solidFill>
            <a:srgbClr val="77998C">
              <a:alpha val="13000"/>
            </a:srgbClr>
          </a:solidFill>
          <a:ln w="15875">
            <a:solidFill>
              <a:srgbClr val="7799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4871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871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 TOY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49560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LIFESTYLE</a:t>
            </a:r>
            <a:endParaRPr lang="en-US" sz="100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0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0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토끼, 다른 세계.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80467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형태, 다른 물성.</a:t>
            </a:r>
            <a:endParaRPr lang="en-US" sz="1050" dirty="0"/>
          </a:p>
          <a:p>
            <a:pPr algn="r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조형 시스템을 계속 변주해 세계를 넓혀갑니다.</a:t>
            </a:r>
            <a:endParaRPr lang="en-US" sz="1050" dirty="0"/>
          </a:p>
        </p:txBody>
      </p:sp>
      <p:pic>
        <p:nvPicPr>
          <p:cNvPr id="6" name="Image 0" descr="/home/user/hoho/assets/grid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444752"/>
            <a:ext cx="8321040" cy="48485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96"/>
              </a:lnSpc>
              <a:buNone/>
            </a:pPr>
            <a:r>
              <a:rPr lang="en-US" sz="2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 01 — ORIGIN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제품은 네 가지 기본 물성을 가진 아트토이로 시작합니다.</a:t>
            </a:r>
            <a:endParaRPr lang="en-US" sz="1250" dirty="0"/>
          </a:p>
        </p:txBody>
      </p:sp>
      <p:pic>
        <p:nvPicPr>
          <p:cNvPr id="6" name="Image 0" descr="/home/user/hoho/assets/hero_mo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450592" cy="20083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776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달토끼 · 크레이터</a:t>
            </a:r>
            <a:endParaRPr lang="en-US" sz="950" dirty="0"/>
          </a:p>
        </p:txBody>
      </p:sp>
      <p:pic>
        <p:nvPicPr>
          <p:cNvPr id="9" name="Image 1" descr="/home/user/hoho/assets/hero_i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354" y="1691640"/>
            <a:ext cx="2450592" cy="200835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1354" y="3776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521354" y="4023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얼음토끼 · 얼음 결정</a:t>
            </a:r>
            <a:endParaRPr lang="en-US" sz="950" dirty="0"/>
          </a:p>
        </p:txBody>
      </p:sp>
      <p:pic>
        <p:nvPicPr>
          <p:cNvPr id="12" name="Image 2" descr="/home/user/hoho/assets/hero_roc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749" y="1691640"/>
            <a:ext cx="2450592" cy="200835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9749" y="3776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ROCK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219749" y="4023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암석토끼 · 갈라진 암석</a:t>
            </a:r>
            <a:endParaRPr lang="en-US" sz="950" dirty="0"/>
          </a:p>
        </p:txBody>
      </p:sp>
      <p:pic>
        <p:nvPicPr>
          <p:cNvPr id="15" name="Image 3" descr="/home/user/hoho/assets/hero_san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143" y="1691640"/>
            <a:ext cx="2450592" cy="200835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18143" y="37764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2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SAND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8918143" y="40233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모래토끼 · 퇴적층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822960" y="4434840"/>
            <a:ext cx="10545775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22960" y="4617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 BASE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8737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둥근 구형 바디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팔과 다리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토끼 귀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얼굴 요소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단순하고 기억하기 쉬운 실루엣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114800" y="4617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VARIATION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114800" y="487375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재질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투명도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균열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기포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퇴적층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파편</a:t>
            </a:r>
            <a:endParaRPr lang="en-US" sz="95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궤도 오브젝트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617720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SYSTEM</a:t>
            </a:r>
            <a:endParaRPr lang="en-US" sz="1000" dirty="0"/>
          </a:p>
        </p:txBody>
      </p:sp>
      <p:pic>
        <p:nvPicPr>
          <p:cNvPr id="24" name="Image 4" descr="/home/user/hoho/assets/size_variation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4873752"/>
            <a:ext cx="2743200" cy="140424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 EXPERIENCE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3931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rabbit.</a:t>
            </a:r>
            <a:endParaRPr lang="en-US" sz="3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material.</a:t>
            </a:r>
            <a:endParaRPr lang="en-US" sz="3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question.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물질은 캐릭터의 외형을 만드는 데서 끝나지 않습니다. 각 물질의 실제 성질에서 출발한 짧은 질문이 캐릭터와 사용자의 경험을 연결합니다.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3657600" cy="1051560"/>
          </a:xfrm>
          <a:prstGeom prst="rect">
            <a:avLst/>
          </a:prstGeom>
          <a:solidFill>
            <a:srgbClr val="F1EB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405993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이것은 심리검사나 성격유형 테스트가 아닙니다. 정답을 제시하지 않고, 사용자가 물질을 매개로 자신의 경험을 자유롭게 해석하게 합니다.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93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EXPANDS INTO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132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 Toy → Question Card → Art Book → Exhibition → Web Experience → Question Archive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1413434" cy="658368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005840"/>
            <a:ext cx="14134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6305474" y="100584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79794" y="1005840"/>
            <a:ext cx="1413434" cy="658368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9794" y="1005840"/>
            <a:ext cx="14134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</a:t>
            </a:r>
            <a:endParaRPr lang="en-US" sz="8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PROPERTY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7993228" y="100584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67548" y="1005840"/>
            <a:ext cx="1413434" cy="658368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7548" y="1005840"/>
            <a:ext cx="14134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9680981" y="100584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55301" y="1005840"/>
            <a:ext cx="1413434" cy="658368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55301" y="1005840"/>
            <a:ext cx="14134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PERSONAL</a:t>
            </a:r>
            <a:endParaRPr lang="en-US" sz="8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3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INTERPRETATION</a:t>
            </a:r>
            <a:endParaRPr lang="en-US" sz="830" dirty="0"/>
          </a:p>
        </p:txBody>
      </p:sp>
      <p:pic>
        <p:nvPicPr>
          <p:cNvPr id="21" name="Image 0" descr="/home/user/hoho/assets/r_ro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03120"/>
            <a:ext cx="868680" cy="835269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897880" y="2157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ROCK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897880" y="24140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단단함 · 무게 · 오래 지속됨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2103120"/>
            <a:ext cx="3593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“당신을 오래 버티게 한 것은 무엇인가요?”</a:t>
            </a:r>
            <a:endParaRPr lang="en-US" sz="1350" dirty="0"/>
          </a:p>
        </p:txBody>
      </p:sp>
      <p:pic>
        <p:nvPicPr>
          <p:cNvPr id="25" name="Image 1" descr="/home/user/hoho/assets/r_clou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401568"/>
            <a:ext cx="868680" cy="83526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897880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897880" y="37124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가벼움 · 이동 · 머무르지 않음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3401568"/>
            <a:ext cx="3593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“잠시 멈춰도 된다고 생각하나요?”</a:t>
            </a:r>
            <a:endParaRPr lang="en-US" sz="1350" dirty="0"/>
          </a:p>
        </p:txBody>
      </p:sp>
      <p:pic>
        <p:nvPicPr>
          <p:cNvPr id="29" name="Image 2" descr="/home/user/hoho/assets/r_bubb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700016"/>
            <a:ext cx="868680" cy="835269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897880" y="4754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BUBBLE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897880" y="5010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투명함 · 가벼움 · 짧은 지속성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7772400" y="4700016"/>
            <a:ext cx="3593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“짧았지만 오래 기억되는 순간이 있나요?”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아이에게는 캐릭터, 어른에게는 오브제.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어린이 캐릭터와 고가 컬렉터 아트토이 사이의 중간 지점을 지향합니다. 캐릭터를 좋아하지만 지나치게 아동적이지 않고, 자신의 책상과 선반에 자연스럽게 놓을 수 있는 조형적인 제품을 원하는 소비자를 초기 고객으로 설정합니다.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3931920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64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 ×  Art Toy  ×  Lifestyle Object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77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CUTE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COLLECTIBLE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LIFESTYLE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03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생활공간에 자연스럽게 놓이는 조형적 오브제.</a:t>
            </a:r>
            <a:endParaRPr lang="en-US" sz="1150" dirty="0"/>
          </a:p>
        </p:txBody>
      </p:sp>
      <p:pic>
        <p:nvPicPr>
          <p:cNvPr id="10" name="Image 0" descr="/home/user/hoho/assets/shel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81328"/>
            <a:ext cx="6291072" cy="41940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74920" y="5779008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생활공간에 놓인 오브제로서의 제품 이미지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Would you, Tokki?를 사는가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PRIMARY TARGET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20–30대 디자인·캐릭터 소비자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915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캐릭터를 좋아하지만 지나치게 아동적인 제품보다 조형성과 디자인 완성도가 높은 제품을 선호하는 초기 예상 소비자층.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INTEREST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478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IP · Art Toy · Design Object · Stationery · Interior · Independent Brand · Exhibition · Pop-up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708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SECONDARY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0857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선물용 소비자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아동과 함께 캐릭터 제품을 소비하는 가족층</a:t>
            </a:r>
            <a:endParaRPr lang="en-US" sz="1000" dirty="0"/>
          </a:p>
          <a:p>
            <a:pPr marL="165100" indent="-1651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컬래버레이션이 필요한 브랜드·기업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5632704"/>
            <a:ext cx="4754880" cy="603504"/>
          </a:xfrm>
          <a:prstGeom prst="rect">
            <a:avLst/>
          </a:prstGeom>
          <a:solidFill>
            <a:srgbClr val="F1EB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5632704"/>
            <a:ext cx="4425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고객조사를 완료한 결과가 아닌, 초기 가설로서의 예상 핵심 고객입니다.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3749040" cy="3749040"/>
          </a:xfrm>
          <a:prstGeom prst="ellipse">
            <a:avLst/>
          </a:prstGeom>
          <a:ln w="15875">
            <a:solidFill>
              <a:srgbClr val="DDD5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194560"/>
            <a:ext cx="2743200" cy="2743200"/>
          </a:xfrm>
          <a:prstGeom prst="ellipse">
            <a:avLst/>
          </a:prstGeom>
          <a:ln w="15875">
            <a:solidFill>
              <a:srgbClr val="8FA9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743200"/>
            <a:ext cx="1645920" cy="1645920"/>
          </a:xfrm>
          <a:prstGeom prst="ellipse">
            <a:avLst/>
          </a:prstGeom>
          <a:ln w="15875">
            <a:solidFill>
              <a:srgbClr val="A6813F"/>
            </a:solidFill>
            <a:prstDash val="solid"/>
          </a:ln>
        </p:spPr>
      </p:sp>
      <p:pic>
        <p:nvPicPr>
          <p:cNvPr id="17" name="Image 0" descr="/home/user/hoho/assets/r_mochi_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4" y="3017520"/>
            <a:ext cx="804672" cy="80467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13816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PRIMARY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4956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SECONDARY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Tokki?가 확장되는 방식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Bunny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321509" y="14813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32405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2405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130954" y="14813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41850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1850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0400" y="14813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1296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1296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749845" y="14813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60741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60741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 Toy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559290" y="1481328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0186" y="1481328"/>
            <a:ext cx="1498549" cy="640080"/>
          </a:xfrm>
          <a:prstGeom prst="rect">
            <a:avLst/>
          </a:prstGeom>
          <a:solidFill>
            <a:srgbClr val="F1EBE0"/>
          </a:solidFill>
          <a:ln w="12700">
            <a:solidFill>
              <a:srgbClr val="DDD5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0186" y="1481328"/>
            <a:ext cx="14985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 /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Sculpture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48716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2487168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AS CHARACTER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2752344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색이나 의상을 바꾸는 것이 아니라 물질 자체가 캐릭터 디자인이 됩니다.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2461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24612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BASE, MANY WORLDS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3511296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기본 조형을 유지하면서 서로 다른 세계로 확장할 수 있습니다.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0050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400507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FIRST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270248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입체 조형과 실제 제품화를 고려해 디자인합니다.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764024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298448" y="4764024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→ QUESTION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298448" y="502920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물질의 실제 성질을 사용자의 경험을 떠올리게 하는 열린 질문으로 확장합니다.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52297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298448" y="552297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ARTWORK → PRODUCT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298448" y="5788152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소형 아트토이뿐 아니라 대형 조각, 전시, 공간 설치까지 확장할 수 있습니다.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248716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SYSTEM</a:t>
            </a:r>
            <a:endParaRPr lang="en-US" sz="950" dirty="0"/>
          </a:p>
        </p:txBody>
      </p:sp>
      <p:pic>
        <p:nvPicPr>
          <p:cNvPr id="38" name="Image 0" descr="/home/user/hoho/assets/turna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761488"/>
            <a:ext cx="4462272" cy="1383093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6903720" y="422452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 · SIDE · BACK · TOP — 360° 조형 검토</a:t>
            </a:r>
            <a:endParaRPr lang="en-US" sz="830" dirty="0"/>
          </a:p>
        </p:txBody>
      </p:sp>
      <p:pic>
        <p:nvPicPr>
          <p:cNvPr id="40" name="Image 1" descr="/home/user/hoho/assets/detail_mac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572000"/>
            <a:ext cx="4462272" cy="75445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6903720" y="53949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질감 · 크레이터 · 귀 단면 · 파편 디테일</a:t>
            </a:r>
            <a:endParaRPr lang="en-US" sz="830" dirty="0"/>
          </a:p>
        </p:txBody>
      </p:sp>
      <p:sp>
        <p:nvSpPr>
          <p:cNvPr id="42" name="Text 38"/>
          <p:cNvSpPr txBox="1"/>
          <p:nvPr/>
        </p:nvSpPr>
        <p:spPr>
          <a:xfrm>
            <a:off x="6903720" y="5815584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30" i="1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물성은 렌더링 효과가 아니라 실제 조형과 표면 설계로 구현됩니다.</a:t>
            </a:r>
            <a:endParaRPr lang="en-US" sz="930" dirty="0"/>
          </a:p>
        </p:txBody>
      </p:sp>
      <p:sp>
        <p:nvSpPr>
          <p:cNvPr id="43" name="Text 39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IP를 중심으로 확장되는 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724248" y="1316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1000" dirty="0"/>
          </a:p>
        </p:txBody>
      </p:sp>
      <p:pic>
        <p:nvPicPr>
          <p:cNvPr id="6" name="Image 0" descr="/home/user/hoho/assets/r_moon_rou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224" y="1554480"/>
            <a:ext cx="841248" cy="8412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48" y="2377440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04386" y="2505456"/>
            <a:ext cx="8582924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04386" y="2505456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724912"/>
            <a:ext cx="1962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D2C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36976"/>
            <a:ext cx="19628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 Toy · Design Object</a:t>
            </a:r>
            <a:endParaRPr lang="en-US" sz="8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Limited Edition · Lifestyle Goods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50117" y="2505456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68691" y="2724912"/>
            <a:ext cx="1962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968691" y="3236976"/>
            <a:ext cx="19628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 Collaboration · Corporate Goods</a:t>
            </a:r>
            <a:endParaRPr lang="en-US" sz="8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Exhibition · Space Collaboration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95848" y="2505456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14422" y="2724912"/>
            <a:ext cx="1962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LICENSING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114422" y="3236976"/>
            <a:ext cx="19628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Character License</a:t>
            </a:r>
            <a:endParaRPr lang="en-US" sz="8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License · Content Collab.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241579" y="2505456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60153" y="2724912"/>
            <a:ext cx="1962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260153" y="3236976"/>
            <a:ext cx="19628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Limited Art Toy</a:t>
            </a:r>
            <a:endParaRPr lang="en-US" sz="8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Large Sculpture · Exhibition Work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0387310" y="2505456"/>
            <a:ext cx="0" cy="128016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05884" y="2724912"/>
            <a:ext cx="19628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/</a:t>
            </a:r>
            <a:endParaRPr lang="en-US" sz="11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10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405884" y="3236976"/>
            <a:ext cx="19628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Card · Art Book</a:t>
            </a:r>
            <a:endParaRPr lang="en-US" sz="8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Experience · Exhibition Archive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22960" y="4261104"/>
            <a:ext cx="10545775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443984"/>
            <a:ext cx="10545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생산은 전문 제작 파트너와 함께합니다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700016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브랜드는 초기부터 자체 제조시설을 구축하지 않습니다.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074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 기획 · 캐릭터 디자인 · 아트디렉션 · 제품기획 · 브랜드 경험 설계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5074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파트너 협업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Modeling · 3D Printing · Mold · Production · Painting · Printing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72"/>
              </a:lnSpc>
              <a:buNone/>
            </a:pPr>
            <a:r>
              <a:rPr lang="en-US" sz="28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많이 만들기보다, 먼저 검증합니다.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25575" y="2130552"/>
            <a:ext cx="8940546" cy="0"/>
          </a:xfrm>
          <a:prstGeom prst="line">
            <a:avLst/>
          </a:prstGeom>
          <a:noFill/>
          <a:ln w="12700">
            <a:solidFill>
              <a:srgbClr val="DDD5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5263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5263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IP FOUNDATION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캐릭터 형태와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가이드 확정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3372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337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11069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11069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 4종 아트토이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시제품 제작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91481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91481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99178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TEST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99178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SNS·숏폼·Question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반응 확인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79590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7959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87288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SMALL BATCH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187288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소량 제품 제작,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 테스트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567699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67699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75397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OFFLINE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975397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팝업, 디자인마켓,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355809" y="1920240"/>
            <a:ext cx="420624" cy="420624"/>
          </a:xfrm>
          <a:prstGeom prst="ellipse">
            <a:avLst/>
          </a:prstGeom>
          <a:solidFill>
            <a:srgbClr val="FAF7F1"/>
          </a:solidFill>
          <a:ln w="19050">
            <a:solidFill>
              <a:srgbClr val="A681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55809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63506" y="2505456"/>
            <a:ext cx="1605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SCALE-UP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763506" y="2816352"/>
            <a:ext cx="1605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캐릭터 중심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확대, 라이선싱</a:t>
            </a:r>
            <a:endParaRPr lang="en-US" sz="850" dirty="0"/>
          </a:p>
        </p:txBody>
      </p:sp>
      <p:pic>
        <p:nvPicPr>
          <p:cNvPr id="30" name="Image 0" descr="/home/user/hoho/assets/shelf_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10545775" cy="185374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22960" y="605332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단계에서는 완성된 전체 라인업이 아니라, 반응이 확인된 캐릭터부터 순차적으로 생산합니다.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A681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STATUS / ROADMAP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68096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26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현재는 IP 개발과 제품화 준비 단계입니다.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— 현재 진행된 부분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73352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콘셉트 정립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 네이밍 확정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조형 언어 개발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캐릭터 시스템 기획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 4종 기획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 / Bubble / Food / Angora 등 확장 캐릭터 개발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→ Question 브랜드 경험 구조 기획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2D·3D 비주얼 테스트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아트토이 제품 방향 설정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브랜드·사업 제안서 초안 작성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417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 VALIDATE — 아직 검증이 필요한 부분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73352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제작단가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적정 판매가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 및 생산방식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출시 캐릭터 수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소비자 반응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판매채널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손익구조</a:t>
            </a:r>
            <a:endParaRPr lang="en-US" sz="980" dirty="0"/>
          </a:p>
          <a:p>
            <a:pPr marL="165100" indent="-165100">
              <a:spcAft>
                <a:spcPts val="500"/>
              </a:spcAft>
              <a:buSzPct val="100000"/>
              <a:buChar char="–"/>
            </a:pPr>
            <a:r>
              <a:rPr lang="en-US" sz="98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 파트너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10545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MONTH ROADMAP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10545775" cy="0"/>
          </a:xfrm>
          <a:prstGeom prst="line">
            <a:avLst/>
          </a:prstGeom>
          <a:noFill/>
          <a:ln w="9525">
            <a:solidFill>
              <a:srgbClr val="DDD5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244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 </a:t>
            </a:r>
            <a:pPr indent="0" marL="0">
              <a:buNone/>
            </a:pPr>
            <a:r>
              <a:rPr lang="en-US" sz="95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09744"/>
            <a:ext cx="244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1–3개월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65776"/>
            <a:ext cx="24444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 확정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가이드 정리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상표·저작권 검토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모델링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23412" y="4572000"/>
            <a:ext cx="244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 </a:t>
            </a:r>
            <a:pPr indent="0" marL="0">
              <a:buNone/>
            </a:pPr>
            <a:r>
              <a:rPr lang="en-US" sz="95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523412" y="4809744"/>
            <a:ext cx="244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3–6개월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3523412" y="5065776"/>
            <a:ext cx="24444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 4종 시제품 제작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 테스트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테스트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개발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223864" y="4572000"/>
            <a:ext cx="244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  </a:t>
            </a:r>
            <a:pPr indent="0" marL="0">
              <a:buNone/>
            </a:pPr>
            <a:r>
              <a:rPr lang="en-US" sz="95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23864" y="4809744"/>
            <a:ext cx="244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6–9개월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6223864" y="5065776"/>
            <a:ext cx="24444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콘텐츠 테스트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Content 테스트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디자인마켓 · 팝업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소량 판매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24315" y="4572000"/>
            <a:ext cx="244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A681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4  </a:t>
            </a:r>
            <a:pPr indent="0" marL="0">
              <a:buNone/>
            </a:pPr>
            <a:r>
              <a:rPr lang="en-US" sz="950" b="1" spc="50" kern="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924315" y="4809744"/>
            <a:ext cx="244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9–12개월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8924315" y="5065776"/>
            <a:ext cx="24444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캐릭터 선정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제품 생산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판매채널 구축</a:t>
            </a:r>
            <a:endParaRPr lang="en-US" sz="9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5B56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협업·라이선싱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05332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로드맵은 현재 계획이며, 각 단계의 검증 결과에 따라 조정될 수 있습니다.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A82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5">
              <a:alpha val="7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62356"/>
            <a:ext cx="82296" cy="82296"/>
          </a:xfrm>
          <a:prstGeom prst="ellipse">
            <a:avLst/>
          </a:prstGeom>
          <a:solidFill>
            <a:srgbClr val="D0AE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68096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가장 필요한 것은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많은 캐릭터가 아니라 검증입니다.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4708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Would you, Tokki?는 디자인 아이디어에서 실제 사업으로 넘어가기 위한 전환점에 있습니다. 이번 컨설팅에서 확인하고 싶은 내용: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2468880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사업모델에서 가장 부족한 요소는 무엇인가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246888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45072" y="2468880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지원사업·투자 관점에서 어떤 데이터와 검증이 필요한가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1012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3310128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제품을 ORIGIN 4종으로 시작하는 전략이 적절한가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331012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45072" y="3310128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IP 브랜드가 제조를 외주화하는 구조가 적절한가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5137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43584" y="4151376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시장검증 전 사업자등록이 필요한가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415137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45072" y="4151376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고객 반응을 어떤 방식으로 측정하는 것이 적절한가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9262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4992624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Material → Question 구조가 실질적인 차별화 가치가 있는가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24448" y="499262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45072" y="4992624"/>
            <a:ext cx="462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3EE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IR Deck에서 사업적으로 가장 약한 부분은 무엇인가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83387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2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귀여운 캐릭터를 많이 만드는 브랜드가 아니라, 하나의 조형 시스템과 서로 다른 물질, 그리고 질문을 통해 각자의 세계를 수집하게 만드는 캐릭터 IP를 목표로 합니다.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254496"/>
            <a:ext cx="10545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AE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rabbit. A material. A question.   —   Born from different worlds.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997135" y="651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8A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2026-09-17T09:56:54Z</dcterms:created>
  <dcterms:modified xsi:type="dcterms:W3CDTF">2026-09-17T09:56:54Z</dcterms:modified>
</cp:coreProperties>
</file>