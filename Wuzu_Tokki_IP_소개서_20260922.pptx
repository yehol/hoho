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hoho/assets/keyvisu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566285" y="1463040"/>
            <a:ext cx="8625410" cy="5394960"/>
          </a:xfrm>
          <a:prstGeom prst="rect">
            <a:avLst/>
          </a:prstGeom>
        </p:spPr>
      </p:pic>
      <p:pic>
        <p:nvPicPr>
          <p:cNvPr id="3" name="Image 1" descr="/home/user/hoho/assets/logo-locku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7356" y="2134627"/>
            <a:ext cx="2753239" cy="76976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822960" y="2926749"/>
            <a:ext cx="2651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spc="280" kern="0" dirty="0">
                <a:solidFill>
                  <a:srgbClr val="5A5A5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우주토끼</a:t>
            </a:r>
            <a:endParaRPr lang="en-US" sz="1050" dirty="0"/>
          </a:p>
        </p:txBody>
      </p:sp>
      <p:sp>
        <p:nvSpPr>
          <p:cNvPr id="5" name="Shape 1"/>
          <p:cNvSpPr/>
          <p:nvPr/>
        </p:nvSpPr>
        <p:spPr>
          <a:xfrm>
            <a:off x="822960" y="3401568"/>
            <a:ext cx="457200" cy="5486"/>
          </a:xfrm>
          <a:prstGeom prst="rect">
            <a:avLst/>
          </a:prstGeom>
          <a:solidFill>
            <a:srgbClr val="1A1A1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2"/>
          <p:cNvSpPr/>
          <p:nvPr/>
        </p:nvSpPr>
        <p:spPr>
          <a:xfrm>
            <a:off x="822960" y="3602736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온 우주의 물질로</a:t>
            </a:r>
            <a:endParaRPr lang="en-US" sz="10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이루어진 토끼들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93776"/>
            <a:ext cx="5486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spc="260" kern="0" dirty="0">
                <a:solidFill>
                  <a:srgbClr val="1A1A1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01</a:t>
            </a:r>
            <a:pPr indent="0" marL="0">
              <a:buNone/>
            </a:pPr>
            <a:r>
              <a:rPr lang="en-US" sz="750" spc="260" kern="0" dirty="0">
                <a:solidFill>
                  <a:srgbClr val="9A9A9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  the beginning</a:t>
            </a:r>
            <a:endParaRPr lang="en-US" sz="750" dirty="0"/>
          </a:p>
        </p:txBody>
      </p:sp>
      <p:sp>
        <p:nvSpPr>
          <p:cNvPr id="3" name="Text 1"/>
          <p:cNvSpPr/>
          <p:nvPr/>
        </p:nvSpPr>
        <p:spPr>
          <a:xfrm>
            <a:off x="822960" y="804672"/>
            <a:ext cx="1054577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52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우주의 모든 물질이 토끼가 된다면?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822960" y="1572768"/>
            <a:ext cx="7863840" cy="8001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050" dirty="0">
                <a:solidFill>
                  <a:srgbClr val="5A5A5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우주토끼는 달, 구름, 모래, 암석처럼</a:t>
            </a:r>
            <a:endParaRPr lang="en-US" sz="10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050" dirty="0">
                <a:solidFill>
                  <a:srgbClr val="5A5A5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서로 다른 물질로 이루어진 토끼들의 세계입니다.</a:t>
            </a:r>
            <a:endParaRPr lang="en-US" sz="10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050" dirty="0">
                <a:solidFill>
                  <a:srgbClr val="5A5A5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형태는 같지만, 촉감과 무게와 흔적은 저마다 다릅니다.</a:t>
            </a:r>
            <a:endParaRPr lang="en-US" sz="1050" dirty="0"/>
          </a:p>
        </p:txBody>
      </p:sp>
      <p:pic>
        <p:nvPicPr>
          <p:cNvPr id="5" name="Image 0" descr="/home/user/hoho/assets/lineu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3200400"/>
            <a:ext cx="8961120" cy="3194639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22960" y="6455664"/>
            <a:ext cx="2743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spc="160" kern="0" dirty="0">
                <a:solidFill>
                  <a:srgbClr val="9A9A9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wuzu tokki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10454335" y="6455664"/>
            <a:ext cx="914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9A9A9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</a:t>
            </a:r>
            <a:endParaRPr lang="en-US" sz="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F2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93776"/>
            <a:ext cx="5486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spc="260" kern="0" dirty="0">
                <a:solidFill>
                  <a:srgbClr val="1A1A1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</a:t>
            </a:r>
            <a:pPr indent="0" marL="0">
              <a:buNone/>
            </a:pPr>
            <a:r>
              <a:rPr lang="en-US" sz="750" spc="260" kern="0" dirty="0">
                <a:solidFill>
                  <a:srgbClr val="9A9A9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  material &amp; person</a:t>
            </a:r>
            <a:endParaRPr lang="en-US" sz="750" dirty="0"/>
          </a:p>
        </p:txBody>
      </p:sp>
      <p:sp>
        <p:nvSpPr>
          <p:cNvPr id="3" name="Text 1"/>
          <p:cNvSpPr/>
          <p:nvPr/>
        </p:nvSpPr>
        <p:spPr>
          <a:xfrm>
            <a:off x="822960" y="804672"/>
            <a:ext cx="1054577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52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물질의 성질은 사람의 모습과 닮아 있습니다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822960" y="2148840"/>
            <a:ext cx="5852160" cy="1168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어떤 물질은 쉽게 모양이 달라지고,</a:t>
            </a:r>
            <a:endParaRPr lang="en-US" sz="1150" dirty="0"/>
          </a:p>
          <a:p>
            <a:pPr indent="0" marL="0">
              <a:lnSpc>
                <a:spcPts val="23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어떤 물질은 오래 흔적을 품습니다.</a:t>
            </a:r>
            <a:endParaRPr lang="en-US" sz="1150" dirty="0"/>
          </a:p>
          <a:p>
            <a:pPr indent="0" marL="0">
              <a:lnSpc>
                <a:spcPts val="23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어떤 것은 흩어졌다 다시 모이고,</a:t>
            </a:r>
            <a:endParaRPr lang="en-US" sz="1150" dirty="0"/>
          </a:p>
          <a:p>
            <a:pPr indent="0" marL="0">
              <a:lnSpc>
                <a:spcPts val="23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어떤 것은 단단한 채로 작은 균열을 지닙니다.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822960" y="3611880"/>
            <a:ext cx="6766560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000" dirty="0">
                <a:solidFill>
                  <a:srgbClr val="5A5A5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우주토끼는 그 성질로 우리의 서로 다른 모습을 바라봅니다.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822960" y="5029200"/>
            <a:ext cx="10545775" cy="5486"/>
          </a:xfrm>
          <a:prstGeom prst="rect">
            <a:avLst/>
          </a:prstGeom>
          <a:solidFill>
            <a:srgbClr val="DCDCD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5285232"/>
            <a:ext cx="10545775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당신은 어떤 토끼인가요?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22960" y="6455664"/>
            <a:ext cx="2743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spc="160" kern="0" dirty="0">
                <a:solidFill>
                  <a:srgbClr val="9A9A9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wuzu tokki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10454335" y="6455664"/>
            <a:ext cx="914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9A9A9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</a:t>
            </a:r>
            <a:endParaRPr lang="en-US" sz="7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93776"/>
            <a:ext cx="5486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spc="260" kern="0" dirty="0">
                <a:solidFill>
                  <a:srgbClr val="1A1A1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</a:t>
            </a:r>
            <a:pPr indent="0" marL="0">
              <a:buNone/>
            </a:pPr>
            <a:r>
              <a:rPr lang="en-US" sz="750" spc="260" kern="0" dirty="0">
                <a:solidFill>
                  <a:srgbClr val="9A9A9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  one form</a:t>
            </a:r>
            <a:endParaRPr lang="en-US" sz="750" dirty="0"/>
          </a:p>
        </p:txBody>
      </p:sp>
      <p:sp>
        <p:nvSpPr>
          <p:cNvPr id="3" name="Text 1"/>
          <p:cNvSpPr/>
          <p:nvPr/>
        </p:nvSpPr>
        <p:spPr>
          <a:xfrm>
            <a:off x="822960" y="804672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52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다르지만, 같은 세계에서 태어난 형태</a:t>
            </a:r>
            <a:endParaRPr lang="en-US" sz="1800" dirty="0"/>
          </a:p>
        </p:txBody>
      </p:sp>
      <p:pic>
        <p:nvPicPr>
          <p:cNvPr id="4" name="Image 0" descr="/home/user/hoho/assets/turnaround_angor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27855" y="1874520"/>
            <a:ext cx="7863840" cy="393192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822960" y="1938528"/>
            <a:ext cx="3108960" cy="5486"/>
          </a:xfrm>
          <a:prstGeom prst="rect">
            <a:avLst/>
          </a:prstGeom>
          <a:solidFill>
            <a:srgbClr val="DCDCD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22960" y="2029968"/>
            <a:ext cx="31089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둥글지만 완전한 구형은 아닌 몸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822960" y="2468880"/>
            <a:ext cx="3108960" cy="5486"/>
          </a:xfrm>
          <a:prstGeom prst="rect">
            <a:avLst/>
          </a:prstGeom>
          <a:solidFill>
            <a:srgbClr val="DCDCD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22960" y="2560320"/>
            <a:ext cx="31089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바닥에 안정적으로 닿는 배와 발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822960" y="2999232"/>
            <a:ext cx="3108960" cy="5486"/>
          </a:xfrm>
          <a:prstGeom prst="rect">
            <a:avLst/>
          </a:prstGeom>
          <a:solidFill>
            <a:srgbClr val="DCDCD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3090672"/>
            <a:ext cx="31089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짧고 단순한 앞발과 뒷발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822960" y="3529584"/>
            <a:ext cx="3108960" cy="5486"/>
          </a:xfrm>
          <a:prstGeom prst="rect">
            <a:avLst/>
          </a:prstGeom>
          <a:solidFill>
            <a:srgbClr val="DCDCD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3621024"/>
            <a:ext cx="31089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언제나 있는 귀와 꼬리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822960" y="4059936"/>
            <a:ext cx="3108960" cy="5486"/>
          </a:xfrm>
          <a:prstGeom prst="rect">
            <a:avLst/>
          </a:prstGeom>
          <a:solidFill>
            <a:srgbClr val="DCDCD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2960" y="4151376"/>
            <a:ext cx="31089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캐릭터마다 통일된 얼굴 비례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822960" y="4590288"/>
            <a:ext cx="3108960" cy="5486"/>
          </a:xfrm>
          <a:prstGeom prst="rect">
            <a:avLst/>
          </a:prstGeom>
          <a:solidFill>
            <a:srgbClr val="DCDCD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22960" y="4681728"/>
            <a:ext cx="31089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물성에 따라 달라지는 표면과 실루엣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822960" y="5120640"/>
            <a:ext cx="3108960" cy="5486"/>
          </a:xfrm>
          <a:prstGeom prst="rect">
            <a:avLst/>
          </a:prstGeom>
          <a:solidFill>
            <a:srgbClr val="DCDCD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5212080"/>
            <a:ext cx="31089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장식보다 재료의 특징을 우선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822960" y="6455664"/>
            <a:ext cx="2743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spc="160" kern="0" dirty="0">
                <a:solidFill>
                  <a:srgbClr val="9A9A9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wuzu tokki</a:t>
            </a:r>
            <a:endParaRPr lang="en-US" sz="750" dirty="0"/>
          </a:p>
        </p:txBody>
      </p:sp>
      <p:sp>
        <p:nvSpPr>
          <p:cNvPr id="20" name="Text 17"/>
          <p:cNvSpPr/>
          <p:nvPr/>
        </p:nvSpPr>
        <p:spPr>
          <a:xfrm>
            <a:off x="10454335" y="6455664"/>
            <a:ext cx="914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9A9A9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04</a:t>
            </a:r>
            <a:endParaRPr lang="en-US" sz="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93776"/>
            <a:ext cx="5486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spc="260" kern="0" dirty="0">
                <a:solidFill>
                  <a:srgbClr val="1A1A1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04</a:t>
            </a:r>
            <a:pPr indent="0" marL="0">
              <a:buNone/>
            </a:pPr>
            <a:r>
              <a:rPr lang="en-US" sz="750" spc="260" kern="0" dirty="0">
                <a:solidFill>
                  <a:srgbClr val="9A9A9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  first materials</a:t>
            </a:r>
            <a:endParaRPr lang="en-US" sz="750" dirty="0"/>
          </a:p>
        </p:txBody>
      </p:sp>
      <p:sp>
        <p:nvSpPr>
          <p:cNvPr id="3" name="Text 1"/>
          <p:cNvSpPr/>
          <p:nvPr/>
        </p:nvSpPr>
        <p:spPr>
          <a:xfrm>
            <a:off x="822960" y="804672"/>
            <a:ext cx="5669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52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우주토끼를 이루는 첫 번째 물질들</a:t>
            </a:r>
            <a:endParaRPr lang="en-US" sz="1800" dirty="0"/>
          </a:p>
        </p:txBody>
      </p:sp>
      <p:pic>
        <p:nvPicPr>
          <p:cNvPr id="4" name="Image 0" descr="/home/user/hoho/assets/keyvisu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1600200"/>
            <a:ext cx="7236573" cy="45262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699248" y="1572768"/>
            <a:ext cx="3657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앙고라토끼</a:t>
            </a:r>
            <a:pPr indent="0" marL="0">
              <a:buNone/>
            </a:pPr>
            <a:r>
              <a:rPr lang="en-US" sz="700" spc="180" kern="0" dirty="0">
                <a:solidFill>
                  <a:srgbClr val="9A9A9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  angora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7699248" y="1810512"/>
            <a:ext cx="3657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850" dirty="0">
                <a:solidFill>
                  <a:srgbClr val="5A5A5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길게 자란 털이 몸의 윤곽을 덮습니다.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7699248" y="2139696"/>
            <a:ext cx="3657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나는 사람들 사이를 잇는 자리에 서 있을까요?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7699248" y="2505456"/>
            <a:ext cx="3657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달토끼</a:t>
            </a:r>
            <a:pPr indent="0" marL="0">
              <a:buNone/>
            </a:pPr>
            <a:r>
              <a:rPr lang="en-US" sz="700" spc="180" kern="0" dirty="0">
                <a:solidFill>
                  <a:srgbClr val="9A9A9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  moon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7699248" y="2743200"/>
            <a:ext cx="3657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850" dirty="0">
                <a:solidFill>
                  <a:srgbClr val="5A5A5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회백색 표면에 크고 작은 분화구가 남아 있습니다.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7699248" y="3072384"/>
            <a:ext cx="3657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나는 지나온 흔적을 오래 간직하는 편일까요?</a:t>
            </a: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7699248" y="3438144"/>
            <a:ext cx="3657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구름토끼</a:t>
            </a:r>
            <a:pPr indent="0" marL="0">
              <a:buNone/>
            </a:pPr>
            <a:r>
              <a:rPr lang="en-US" sz="700" spc="180" kern="0" dirty="0">
                <a:solidFill>
                  <a:srgbClr val="9A9A9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  cloud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7699248" y="3675888"/>
            <a:ext cx="3657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850" dirty="0">
                <a:solidFill>
                  <a:srgbClr val="5A5A5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희고 푸른 기가 도는 몸이 덩어리로 뭉쳐 있습니다.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7699248" y="4005072"/>
            <a:ext cx="3657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나는 흩어졌다가도 다시 모이는 편일까요?</a:t>
            </a:r>
            <a:endParaRPr lang="en-US" sz="850" dirty="0"/>
          </a:p>
        </p:txBody>
      </p:sp>
      <p:sp>
        <p:nvSpPr>
          <p:cNvPr id="14" name="Text 11"/>
          <p:cNvSpPr/>
          <p:nvPr/>
        </p:nvSpPr>
        <p:spPr>
          <a:xfrm>
            <a:off x="7699248" y="4370832"/>
            <a:ext cx="3657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모래토끼</a:t>
            </a:r>
            <a:pPr indent="0" marL="0">
              <a:buNone/>
            </a:pPr>
            <a:r>
              <a:rPr lang="en-US" sz="700" spc="180" kern="0" dirty="0">
                <a:solidFill>
                  <a:srgbClr val="9A9A9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  sand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7699248" y="4608576"/>
            <a:ext cx="3657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850" dirty="0">
                <a:solidFill>
                  <a:srgbClr val="5A5A5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가는 알갱이가 층층이 쌓여 결을 만듭니다.</a:t>
            </a:r>
            <a:endParaRPr lang="en-US" sz="850" dirty="0"/>
          </a:p>
        </p:txBody>
      </p:sp>
      <p:sp>
        <p:nvSpPr>
          <p:cNvPr id="16" name="Text 13"/>
          <p:cNvSpPr/>
          <p:nvPr/>
        </p:nvSpPr>
        <p:spPr>
          <a:xfrm>
            <a:off x="7699248" y="4937760"/>
            <a:ext cx="3657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나는 눌린 자리에서 새 모양이 되는 편일까요?</a:t>
            </a:r>
            <a:endParaRPr lang="en-US" sz="850" dirty="0"/>
          </a:p>
        </p:txBody>
      </p:sp>
      <p:sp>
        <p:nvSpPr>
          <p:cNvPr id="17" name="Text 14"/>
          <p:cNvSpPr/>
          <p:nvPr/>
        </p:nvSpPr>
        <p:spPr>
          <a:xfrm>
            <a:off x="7699248" y="5303520"/>
            <a:ext cx="3657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암석토끼</a:t>
            </a:r>
            <a:pPr indent="0" marL="0">
              <a:buNone/>
            </a:pPr>
            <a:r>
              <a:rPr lang="en-US" sz="700" spc="180" kern="0" dirty="0">
                <a:solidFill>
                  <a:srgbClr val="9A9A9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  rock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7699248" y="5541264"/>
            <a:ext cx="3657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850" dirty="0">
                <a:solidFill>
                  <a:srgbClr val="5A5A5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단단히 굳은 표면 안쪽으로 가는 결이 지나갑니다.</a:t>
            </a:r>
            <a:endParaRPr lang="en-US" sz="850" dirty="0"/>
          </a:p>
        </p:txBody>
      </p:sp>
      <p:sp>
        <p:nvSpPr>
          <p:cNvPr id="19" name="Text 16"/>
          <p:cNvSpPr/>
          <p:nvPr/>
        </p:nvSpPr>
        <p:spPr>
          <a:xfrm>
            <a:off x="7699248" y="5870448"/>
            <a:ext cx="3657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나는 단단한 겉 안쪽에 어떤 결을 품고 있을까요?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822960" y="6455664"/>
            <a:ext cx="2743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spc="160" kern="0" dirty="0">
                <a:solidFill>
                  <a:srgbClr val="9A9A9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wuzu tokki</a:t>
            </a:r>
            <a:endParaRPr lang="en-US" sz="750" dirty="0"/>
          </a:p>
        </p:txBody>
      </p:sp>
      <p:sp>
        <p:nvSpPr>
          <p:cNvPr id="21" name="Text 18"/>
          <p:cNvSpPr/>
          <p:nvPr/>
        </p:nvSpPr>
        <p:spPr>
          <a:xfrm>
            <a:off x="10454335" y="6455664"/>
            <a:ext cx="914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9A9A9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05</a:t>
            </a:r>
            <a:endParaRPr lang="en-US" sz="7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2F2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93776"/>
            <a:ext cx="5486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spc="260" kern="0" dirty="0">
                <a:solidFill>
                  <a:srgbClr val="1A1A1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05</a:t>
            </a:r>
            <a:pPr indent="0" marL="0">
              <a:buNone/>
            </a:pPr>
            <a:r>
              <a:rPr lang="en-US" sz="750" spc="260" kern="0" dirty="0">
                <a:solidFill>
                  <a:srgbClr val="9A9A9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  comparison</a:t>
            </a:r>
            <a:endParaRPr lang="en-US" sz="750" dirty="0"/>
          </a:p>
        </p:txBody>
      </p:sp>
      <p:sp>
        <p:nvSpPr>
          <p:cNvPr id="3" name="Text 1"/>
          <p:cNvSpPr/>
          <p:nvPr/>
        </p:nvSpPr>
        <p:spPr>
          <a:xfrm>
            <a:off x="822960" y="804672"/>
            <a:ext cx="1054577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52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같은 형태, 서로 다른 감각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965960" y="1572768"/>
            <a:ext cx="175564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앙고라토끼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965960" y="1792224"/>
            <a:ext cx="175564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spc="160" kern="0" dirty="0">
                <a:solidFill>
                  <a:srgbClr val="9A9A9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angora</a:t>
            </a:r>
            <a:endParaRPr lang="en-US" sz="650" dirty="0"/>
          </a:p>
        </p:txBody>
      </p:sp>
      <p:sp>
        <p:nvSpPr>
          <p:cNvPr id="6" name="Text 4"/>
          <p:cNvSpPr/>
          <p:nvPr/>
        </p:nvSpPr>
        <p:spPr>
          <a:xfrm>
            <a:off x="3858768" y="1572768"/>
            <a:ext cx="175564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달토끼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858768" y="1792224"/>
            <a:ext cx="175564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spc="160" kern="0" dirty="0">
                <a:solidFill>
                  <a:srgbClr val="9A9A9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moon</a:t>
            </a:r>
            <a:endParaRPr lang="en-US" sz="650" dirty="0"/>
          </a:p>
        </p:txBody>
      </p:sp>
      <p:sp>
        <p:nvSpPr>
          <p:cNvPr id="8" name="Text 6"/>
          <p:cNvSpPr/>
          <p:nvPr/>
        </p:nvSpPr>
        <p:spPr>
          <a:xfrm>
            <a:off x="5751576" y="1572768"/>
            <a:ext cx="175564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구름토끼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751576" y="1792224"/>
            <a:ext cx="175564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spc="160" kern="0" dirty="0">
                <a:solidFill>
                  <a:srgbClr val="9A9A9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cloud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7644384" y="1572768"/>
            <a:ext cx="175564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모래토끼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644384" y="1792224"/>
            <a:ext cx="175564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spc="160" kern="0" dirty="0">
                <a:solidFill>
                  <a:srgbClr val="9A9A9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sand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9537192" y="1572768"/>
            <a:ext cx="175564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암석토끼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9537192" y="1792224"/>
            <a:ext cx="175564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spc="160" kern="0" dirty="0">
                <a:solidFill>
                  <a:srgbClr val="9A9A9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rock</a:t>
            </a:r>
            <a:endParaRPr lang="en-US" sz="650" dirty="0"/>
          </a:p>
        </p:txBody>
      </p:sp>
      <p:sp>
        <p:nvSpPr>
          <p:cNvPr id="14" name="Shape 12"/>
          <p:cNvSpPr/>
          <p:nvPr/>
        </p:nvSpPr>
        <p:spPr>
          <a:xfrm>
            <a:off x="822960" y="2084832"/>
            <a:ext cx="10545775" cy="6401"/>
          </a:xfrm>
          <a:prstGeom prst="rect">
            <a:avLst/>
          </a:prstGeom>
          <a:solidFill>
            <a:srgbClr val="1A1A1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2258568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A9A9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물질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1965960" y="2231136"/>
            <a:ext cx="175564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긴 털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3858768" y="2231136"/>
            <a:ext cx="175564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달 표면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5751576" y="2231136"/>
            <a:ext cx="175564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구름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7644384" y="2231136"/>
            <a:ext cx="175564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모래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9537192" y="2231136"/>
            <a:ext cx="175564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암석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822960" y="2743200"/>
            <a:ext cx="10545775" cy="5486"/>
          </a:xfrm>
          <a:prstGeom prst="rect">
            <a:avLst/>
          </a:prstGeom>
          <a:solidFill>
            <a:srgbClr val="DCDCD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22960" y="2871216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A9A9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표면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1965960" y="2843784"/>
            <a:ext cx="175564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결을 따라 흐르는 장모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3858768" y="2843784"/>
            <a:ext cx="175564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크고 작은 분화구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5751576" y="2843784"/>
            <a:ext cx="175564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매끄러운 무광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7644384" y="2843784"/>
            <a:ext cx="175564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층층이 쌓인 결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9537192" y="2843784"/>
            <a:ext cx="175564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각지고 단단한 면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822960" y="3355848"/>
            <a:ext cx="10545775" cy="5486"/>
          </a:xfrm>
          <a:prstGeom prst="rect">
            <a:avLst/>
          </a:prstGeom>
          <a:solidFill>
            <a:srgbClr val="DCDCD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22960" y="3483864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A9A9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형태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1965960" y="3456432"/>
            <a:ext cx="175564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털이 감싼 둥근 몸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3858768" y="3456432"/>
            <a:ext cx="175564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구체에 가까운 몸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5751576" y="3456432"/>
            <a:ext cx="175564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뭉친 덩어리 실루엣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7644384" y="3456432"/>
            <a:ext cx="175564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결이 감도는 둥근 몸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9537192" y="3456432"/>
            <a:ext cx="175564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면으로 깎인 둥근 몸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822960" y="3968496"/>
            <a:ext cx="10545775" cy="5486"/>
          </a:xfrm>
          <a:prstGeom prst="rect">
            <a:avLst/>
          </a:prstGeom>
          <a:solidFill>
            <a:srgbClr val="DCDCD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22960" y="4096512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A9A9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색감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1965960" y="4069080"/>
            <a:ext cx="175564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아이보리 · 연한 분홍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3858768" y="4069080"/>
            <a:ext cx="175564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회백색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5751576" y="4069080"/>
            <a:ext cx="175564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백색 · 청백색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7644384" y="4069080"/>
            <a:ext cx="175564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웜베이지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9537192" y="4069080"/>
            <a:ext cx="175564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짙은 회색 · 금빛 결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822960" y="4581144"/>
            <a:ext cx="10545775" cy="5486"/>
          </a:xfrm>
          <a:prstGeom prst="rect">
            <a:avLst/>
          </a:prstGeom>
          <a:solidFill>
            <a:srgbClr val="DCDCD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822960" y="4709160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A9A9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인상</a:t>
            </a:r>
            <a:endParaRPr lang="en-US" sz="850" dirty="0"/>
          </a:p>
        </p:txBody>
      </p:sp>
      <p:sp>
        <p:nvSpPr>
          <p:cNvPr id="44" name="Text 42"/>
          <p:cNvSpPr/>
          <p:nvPr/>
        </p:nvSpPr>
        <p:spPr>
          <a:xfrm>
            <a:off x="1965960" y="4681728"/>
            <a:ext cx="175564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폭신하고 따뜻함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3858768" y="4681728"/>
            <a:ext cx="175564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서늘하고 고요함</a:t>
            </a:r>
            <a:endParaRPr lang="en-US" sz="850" dirty="0"/>
          </a:p>
        </p:txBody>
      </p:sp>
      <p:sp>
        <p:nvSpPr>
          <p:cNvPr id="46" name="Text 44"/>
          <p:cNvSpPr/>
          <p:nvPr/>
        </p:nvSpPr>
        <p:spPr>
          <a:xfrm>
            <a:off x="5751576" y="4681728"/>
            <a:ext cx="175564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부드럽고 가벼움</a:t>
            </a:r>
            <a:endParaRPr lang="en-US" sz="850" dirty="0"/>
          </a:p>
        </p:txBody>
      </p:sp>
      <p:sp>
        <p:nvSpPr>
          <p:cNvPr id="47" name="Text 45"/>
          <p:cNvSpPr/>
          <p:nvPr/>
        </p:nvSpPr>
        <p:spPr>
          <a:xfrm>
            <a:off x="7644384" y="4681728"/>
            <a:ext cx="175564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서걱이고 건조함</a:t>
            </a:r>
            <a:endParaRPr lang="en-US" sz="850" dirty="0"/>
          </a:p>
        </p:txBody>
      </p:sp>
      <p:sp>
        <p:nvSpPr>
          <p:cNvPr id="48" name="Text 46"/>
          <p:cNvSpPr/>
          <p:nvPr/>
        </p:nvSpPr>
        <p:spPr>
          <a:xfrm>
            <a:off x="9537192" y="4681728"/>
            <a:ext cx="175564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묵직하고 단단함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822960" y="5193792"/>
            <a:ext cx="10545775" cy="5486"/>
          </a:xfrm>
          <a:prstGeom prst="rect">
            <a:avLst/>
          </a:prstGeom>
          <a:solidFill>
            <a:srgbClr val="DCDCD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822960" y="5321808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A9A9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질문</a:t>
            </a:r>
            <a:endParaRPr lang="en-US" sz="850" dirty="0"/>
          </a:p>
        </p:txBody>
      </p:sp>
      <p:sp>
        <p:nvSpPr>
          <p:cNvPr id="51" name="Text 49"/>
          <p:cNvSpPr/>
          <p:nvPr/>
        </p:nvSpPr>
        <p:spPr>
          <a:xfrm>
            <a:off x="1965960" y="5294376"/>
            <a:ext cx="175564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850" dirty="0">
                <a:solidFill>
                  <a:srgbClr val="5A5A5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나는 어디에 서 있을까요</a:t>
            </a:r>
            <a:endParaRPr lang="en-US" sz="850" dirty="0"/>
          </a:p>
        </p:txBody>
      </p:sp>
      <p:sp>
        <p:nvSpPr>
          <p:cNvPr id="52" name="Text 50"/>
          <p:cNvSpPr/>
          <p:nvPr/>
        </p:nvSpPr>
        <p:spPr>
          <a:xfrm>
            <a:off x="3858768" y="5294376"/>
            <a:ext cx="175564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850" dirty="0">
                <a:solidFill>
                  <a:srgbClr val="5A5A5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흔적을 오래 간직할까요</a:t>
            </a:r>
            <a:endParaRPr lang="en-US" sz="850" dirty="0"/>
          </a:p>
        </p:txBody>
      </p:sp>
      <p:sp>
        <p:nvSpPr>
          <p:cNvPr id="53" name="Text 51"/>
          <p:cNvSpPr/>
          <p:nvPr/>
        </p:nvSpPr>
        <p:spPr>
          <a:xfrm>
            <a:off x="5751576" y="5294376"/>
            <a:ext cx="175564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850" dirty="0">
                <a:solidFill>
                  <a:srgbClr val="5A5A5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흩어졌다 다시 모일까요</a:t>
            </a:r>
            <a:endParaRPr lang="en-US" sz="850" dirty="0"/>
          </a:p>
        </p:txBody>
      </p:sp>
      <p:sp>
        <p:nvSpPr>
          <p:cNvPr id="54" name="Text 52"/>
          <p:cNvSpPr/>
          <p:nvPr/>
        </p:nvSpPr>
        <p:spPr>
          <a:xfrm>
            <a:off x="7644384" y="5294376"/>
            <a:ext cx="175564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850" dirty="0">
                <a:solidFill>
                  <a:srgbClr val="5A5A5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눌린 자리에서 달라질까요</a:t>
            </a:r>
            <a:endParaRPr lang="en-US" sz="850" dirty="0"/>
          </a:p>
        </p:txBody>
      </p:sp>
      <p:sp>
        <p:nvSpPr>
          <p:cNvPr id="55" name="Text 53"/>
          <p:cNvSpPr/>
          <p:nvPr/>
        </p:nvSpPr>
        <p:spPr>
          <a:xfrm>
            <a:off x="9537192" y="5294376"/>
            <a:ext cx="175564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850" dirty="0">
                <a:solidFill>
                  <a:srgbClr val="5A5A5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안쪽에 어떤 결이 있을까요</a:t>
            </a:r>
            <a:endParaRPr lang="en-US" sz="850" dirty="0"/>
          </a:p>
        </p:txBody>
      </p:sp>
      <p:sp>
        <p:nvSpPr>
          <p:cNvPr id="56" name="Shape 54"/>
          <p:cNvSpPr/>
          <p:nvPr/>
        </p:nvSpPr>
        <p:spPr>
          <a:xfrm>
            <a:off x="822960" y="5806440"/>
            <a:ext cx="10545775" cy="5486"/>
          </a:xfrm>
          <a:prstGeom prst="rect">
            <a:avLst/>
          </a:prstGeom>
          <a:solidFill>
            <a:srgbClr val="DCDCD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822960" y="5998464"/>
            <a:ext cx="10545775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차이는 색이 아니라 표면과 실루엣에서 먼저 드러납니다.</a:t>
            </a: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822960" y="6455664"/>
            <a:ext cx="2743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spc="160" kern="0" dirty="0">
                <a:solidFill>
                  <a:srgbClr val="9A9A9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wuzu tokki</a:t>
            </a:r>
            <a:endParaRPr lang="en-US" sz="750" dirty="0"/>
          </a:p>
        </p:txBody>
      </p:sp>
      <p:sp>
        <p:nvSpPr>
          <p:cNvPr id="59" name="Text 57"/>
          <p:cNvSpPr/>
          <p:nvPr/>
        </p:nvSpPr>
        <p:spPr>
          <a:xfrm>
            <a:off x="10454335" y="6455664"/>
            <a:ext cx="914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9A9A9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06</a:t>
            </a:r>
            <a:endParaRPr lang="en-US" sz="7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93776"/>
            <a:ext cx="5486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spc="260" kern="0" dirty="0">
                <a:solidFill>
                  <a:srgbClr val="1A1A1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06</a:t>
            </a:r>
            <a:pPr indent="0" marL="0">
              <a:buNone/>
            </a:pPr>
            <a:r>
              <a:rPr lang="en-US" sz="750" spc="260" kern="0" dirty="0">
                <a:solidFill>
                  <a:srgbClr val="9A9A9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  visual language</a:t>
            </a:r>
            <a:endParaRPr lang="en-US" sz="750" dirty="0"/>
          </a:p>
        </p:txBody>
      </p:sp>
      <p:sp>
        <p:nvSpPr>
          <p:cNvPr id="3" name="Text 1"/>
          <p:cNvSpPr/>
          <p:nvPr/>
        </p:nvSpPr>
        <p:spPr>
          <a:xfrm>
            <a:off x="822960" y="804672"/>
            <a:ext cx="1054577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52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부드럽고 조용하지만, 모두 다른 존재들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822960" y="1481328"/>
            <a:ext cx="2542032" cy="5486"/>
          </a:xfrm>
          <a:prstGeom prst="rect">
            <a:avLst/>
          </a:prstGeom>
          <a:solidFill>
            <a:srgbClr val="DCDCD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554480"/>
            <a:ext cx="2542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A1A1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아이보리 기가 남은 부드러운 색감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3520440" y="1481328"/>
            <a:ext cx="2542032" cy="5486"/>
          </a:xfrm>
          <a:prstGeom prst="rect">
            <a:avLst/>
          </a:prstGeom>
          <a:solidFill>
            <a:srgbClr val="DCDCD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520440" y="1554480"/>
            <a:ext cx="2542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A1A1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파스텔과 저채도 중심의 색 구성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6217920" y="1481328"/>
            <a:ext cx="2542032" cy="5486"/>
          </a:xfrm>
          <a:prstGeom prst="rect">
            <a:avLst/>
          </a:prstGeom>
          <a:solidFill>
            <a:srgbClr val="DCDCD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217920" y="1554480"/>
            <a:ext cx="2542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A1A1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광택보다 재료의 표면감을 우선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8915400" y="1481328"/>
            <a:ext cx="2542032" cy="5486"/>
          </a:xfrm>
          <a:prstGeom prst="rect">
            <a:avLst/>
          </a:prstGeom>
          <a:solidFill>
            <a:srgbClr val="DCDCD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915400" y="1554480"/>
            <a:ext cx="2542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A1A1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단순하고 안정적인 실루엣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822960" y="1883664"/>
            <a:ext cx="2542032" cy="5486"/>
          </a:xfrm>
          <a:prstGeom prst="rect">
            <a:avLst/>
          </a:prstGeom>
          <a:solidFill>
            <a:srgbClr val="DCDCD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1956816"/>
            <a:ext cx="2542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A1A1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절제한 하이라이트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3520440" y="1883664"/>
            <a:ext cx="2542032" cy="5486"/>
          </a:xfrm>
          <a:prstGeom prst="rect">
            <a:avLst/>
          </a:prstGeom>
          <a:solidFill>
            <a:srgbClr val="DCDCD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520440" y="1956816"/>
            <a:ext cx="2542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A1A1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귀여움과 오브제성의 균형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6217920" y="1883664"/>
            <a:ext cx="2542032" cy="5486"/>
          </a:xfrm>
          <a:prstGeom prst="rect">
            <a:avLst/>
          </a:prstGeom>
          <a:solidFill>
            <a:srgbClr val="DCDCD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217920" y="1956816"/>
            <a:ext cx="2542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A1A1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흔들림 없는 정돈된 마감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8915400" y="1883664"/>
            <a:ext cx="2542032" cy="5486"/>
          </a:xfrm>
          <a:prstGeom prst="rect">
            <a:avLst/>
          </a:prstGeom>
          <a:solidFill>
            <a:srgbClr val="DCDCD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15400" y="1956816"/>
            <a:ext cx="2542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A1A1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사실적이지 않아도 물성은 남는 표현</a:t>
            </a:r>
            <a:endParaRPr lang="en-US" sz="850" dirty="0"/>
          </a:p>
        </p:txBody>
      </p:sp>
      <p:pic>
        <p:nvPicPr>
          <p:cNvPr id="20" name="Image 0" descr="/home/user/hoho/assets/lineu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2511661"/>
            <a:ext cx="12191695" cy="4346339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2F2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93776"/>
            <a:ext cx="5486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spc="260" kern="0" dirty="0">
                <a:solidFill>
                  <a:srgbClr val="1A1A1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07</a:t>
            </a:r>
            <a:pPr indent="0" marL="0">
              <a:buNone/>
            </a:pPr>
            <a:r>
              <a:rPr lang="en-US" sz="750" spc="260" kern="0" dirty="0">
                <a:solidFill>
                  <a:srgbClr val="9A9A9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  expanding materials</a:t>
            </a:r>
            <a:endParaRPr lang="en-US" sz="750" dirty="0"/>
          </a:p>
        </p:txBody>
      </p:sp>
      <p:sp>
        <p:nvSpPr>
          <p:cNvPr id="3" name="Text 1"/>
          <p:cNvSpPr/>
          <p:nvPr/>
        </p:nvSpPr>
        <p:spPr>
          <a:xfrm>
            <a:off x="822960" y="804672"/>
            <a:ext cx="1054577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52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우주토끼는 계속 다른 물질을 발견합니다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822960" y="1554480"/>
            <a:ext cx="8595360" cy="508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000" dirty="0">
                <a:solidFill>
                  <a:srgbClr val="5A5A5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캐릭터를 늘리는 게 아니라, 새로운 물질을 만날 때마다</a:t>
            </a:r>
            <a:endParaRPr lang="en-US" sz="10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000" dirty="0">
                <a:solidFill>
                  <a:srgbClr val="5A5A5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세계가 한 겹씩 넓어집니다.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2697480"/>
            <a:ext cx="2011680" cy="5486"/>
          </a:xfrm>
          <a:prstGeom prst="rect">
            <a:avLst/>
          </a:prstGeom>
          <a:solidFill>
            <a:srgbClr val="1A1A1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880360"/>
            <a:ext cx="20116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자개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944368" y="2697480"/>
            <a:ext cx="2011680" cy="5486"/>
          </a:xfrm>
          <a:prstGeom prst="rect">
            <a:avLst/>
          </a:prstGeom>
          <a:solidFill>
            <a:srgbClr val="1A1A1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944368" y="2880360"/>
            <a:ext cx="20116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푸딩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065776" y="2697480"/>
            <a:ext cx="2011680" cy="5486"/>
          </a:xfrm>
          <a:prstGeom prst="rect">
            <a:avLst/>
          </a:prstGeom>
          <a:solidFill>
            <a:srgbClr val="1A1A1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65776" y="2880360"/>
            <a:ext cx="20116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모찌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7187184" y="2697480"/>
            <a:ext cx="2011680" cy="5486"/>
          </a:xfrm>
          <a:prstGeom prst="rect">
            <a:avLst/>
          </a:prstGeom>
          <a:solidFill>
            <a:srgbClr val="1A1A1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187184" y="2880360"/>
            <a:ext cx="20116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오로라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308592" y="2697480"/>
            <a:ext cx="2011680" cy="5486"/>
          </a:xfrm>
          <a:prstGeom prst="rect">
            <a:avLst/>
          </a:prstGeom>
          <a:solidFill>
            <a:srgbClr val="1A1A1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308592" y="2880360"/>
            <a:ext cx="20116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바다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22960" y="3922776"/>
            <a:ext cx="2011680" cy="5486"/>
          </a:xfrm>
          <a:prstGeom prst="rect">
            <a:avLst/>
          </a:prstGeom>
          <a:solidFill>
            <a:srgbClr val="1A1A1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2960" y="4105656"/>
            <a:ext cx="20116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아이스크림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944368" y="3922776"/>
            <a:ext cx="2011680" cy="5486"/>
          </a:xfrm>
          <a:prstGeom prst="rect">
            <a:avLst/>
          </a:prstGeom>
          <a:solidFill>
            <a:srgbClr val="1A1A1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44368" y="4105656"/>
            <a:ext cx="20116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커피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065776" y="3922776"/>
            <a:ext cx="2011680" cy="5486"/>
          </a:xfrm>
          <a:prstGeom prst="rect">
            <a:avLst/>
          </a:prstGeom>
          <a:solidFill>
            <a:srgbClr val="1A1A1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065776" y="4105656"/>
            <a:ext cx="20116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비눗방울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187184" y="3922776"/>
            <a:ext cx="2011680" cy="5486"/>
          </a:xfrm>
          <a:prstGeom prst="rect">
            <a:avLst/>
          </a:prstGeom>
          <a:solidFill>
            <a:srgbClr val="1A1A1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187184" y="4105656"/>
            <a:ext cx="20116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태양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9308592" y="3922776"/>
            <a:ext cx="2011680" cy="5486"/>
          </a:xfrm>
          <a:prstGeom prst="rect">
            <a:avLst/>
          </a:prstGeom>
          <a:solidFill>
            <a:srgbClr val="1A1A1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308592" y="4105656"/>
            <a:ext cx="20116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크림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822960" y="5632704"/>
            <a:ext cx="10545775" cy="5486"/>
          </a:xfrm>
          <a:prstGeom prst="rect">
            <a:avLst/>
          </a:prstGeom>
          <a:solidFill>
            <a:srgbClr val="DCDCD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22960" y="5833872"/>
            <a:ext cx="10545775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확정된 계획이 아니라, 앞으로 탐구할 수 있는 방향입니다.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822960" y="6455664"/>
            <a:ext cx="2743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spc="160" kern="0" dirty="0">
                <a:solidFill>
                  <a:srgbClr val="9A9A9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wuzu tokki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10454335" y="6455664"/>
            <a:ext cx="914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9A9A9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08</a:t>
            </a:r>
            <a:endParaRPr lang="en-US" sz="7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93776"/>
            <a:ext cx="5486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spc="260" kern="0" dirty="0">
                <a:solidFill>
                  <a:srgbClr val="1A1A1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08</a:t>
            </a:r>
            <a:pPr indent="0" marL="0">
              <a:buNone/>
            </a:pPr>
            <a:r>
              <a:rPr lang="en-US" sz="750" spc="260" kern="0" dirty="0">
                <a:solidFill>
                  <a:srgbClr val="9A9A9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  experience</a:t>
            </a:r>
            <a:endParaRPr lang="en-US" sz="750" dirty="0"/>
          </a:p>
        </p:txBody>
      </p:sp>
      <p:sp>
        <p:nvSpPr>
          <p:cNvPr id="3" name="Text 1"/>
          <p:cNvSpPr/>
          <p:nvPr/>
        </p:nvSpPr>
        <p:spPr>
          <a:xfrm>
            <a:off x="822960" y="804672"/>
            <a:ext cx="1054577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52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보고, 만지고, 모으고, 공간에서 만나는 토끼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822960" y="2148840"/>
            <a:ext cx="2542032" cy="5486"/>
          </a:xfrm>
          <a:prstGeom prst="rect">
            <a:avLst/>
          </a:prstGeom>
          <a:solidFill>
            <a:srgbClr val="1A1A1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2313432"/>
            <a:ext cx="254203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오브제로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822960" y="2624328"/>
            <a:ext cx="2542032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850" dirty="0">
                <a:solidFill>
                  <a:srgbClr val="5A5A5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수집형 아트토이</a:t>
            </a:r>
            <a:endParaRPr lang="en-US" sz="8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850" dirty="0">
                <a:solidFill>
                  <a:srgbClr val="5A5A5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디자인 오브제</a:t>
            </a:r>
            <a:endParaRPr lang="en-US" sz="8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850" dirty="0">
                <a:solidFill>
                  <a:srgbClr val="5A5A5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미니 피규어</a:t>
            </a:r>
            <a:endParaRPr lang="en-US" sz="8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850" dirty="0">
                <a:solidFill>
                  <a:srgbClr val="5A5A5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대표 캐릭터 봉제 인형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3520440" y="2148840"/>
            <a:ext cx="2542032" cy="5486"/>
          </a:xfrm>
          <a:prstGeom prst="rect">
            <a:avLst/>
          </a:prstGeom>
          <a:solidFill>
            <a:srgbClr val="1A1A1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520440" y="2313432"/>
            <a:ext cx="254203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곁에 두는 것으로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520440" y="2624328"/>
            <a:ext cx="2542032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850" dirty="0">
                <a:solidFill>
                  <a:srgbClr val="5A5A5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키링과 백참</a:t>
            </a:r>
            <a:endParaRPr lang="en-US" sz="8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850" dirty="0">
                <a:solidFill>
                  <a:srgbClr val="5A5A5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패키지와 질문 카드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6217920" y="2148840"/>
            <a:ext cx="2542032" cy="5486"/>
          </a:xfrm>
          <a:prstGeom prst="rect">
            <a:avLst/>
          </a:prstGeom>
          <a:solidFill>
            <a:srgbClr val="1A1A1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217920" y="2313432"/>
            <a:ext cx="254203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공간에서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217920" y="2624328"/>
            <a:ext cx="2542032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850" dirty="0">
                <a:solidFill>
                  <a:srgbClr val="5A5A5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팝업 전시</a:t>
            </a:r>
            <a:endParaRPr lang="en-US" sz="8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850" dirty="0">
                <a:solidFill>
                  <a:srgbClr val="5A5A5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공간 연출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8915400" y="2148840"/>
            <a:ext cx="2542032" cy="5486"/>
          </a:xfrm>
          <a:prstGeom prst="rect">
            <a:avLst/>
          </a:prstGeom>
          <a:solidFill>
            <a:srgbClr val="1A1A1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915400" y="2313432"/>
            <a:ext cx="254203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이미지로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8915400" y="2624328"/>
            <a:ext cx="2542032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850" dirty="0">
                <a:solidFill>
                  <a:srgbClr val="5A5A5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브랜드 협업</a:t>
            </a:r>
            <a:endParaRPr lang="en-US" sz="8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850" dirty="0">
                <a:solidFill>
                  <a:srgbClr val="5A5A5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이미지와 짧은 콘텐츠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822960" y="3931920"/>
            <a:ext cx="10545775" cy="5486"/>
          </a:xfrm>
          <a:prstGeom prst="rect">
            <a:avLst/>
          </a:prstGeom>
          <a:solidFill>
            <a:srgbClr val="DCDCD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2960" y="4114800"/>
            <a:ext cx="10545775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실제 제품이 아니라, 경험의 방향을 보여주는 이미지 시안입니다.</a:t>
            </a:r>
            <a:endParaRPr lang="en-US" sz="900" dirty="0"/>
          </a:p>
        </p:txBody>
      </p:sp>
      <p:pic>
        <p:nvPicPr>
          <p:cNvPr id="18" name="Image 0" descr="/home/user/hoho/assets/exp-pack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4591427"/>
            <a:ext cx="4027322" cy="2266573"/>
          </a:xfrm>
          <a:prstGeom prst="rect">
            <a:avLst/>
          </a:prstGeom>
        </p:spPr>
      </p:pic>
      <p:pic>
        <p:nvPicPr>
          <p:cNvPr id="19" name="Image 1" descr="/home/user/hoho/assets/exp-stor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82186" y="4591427"/>
            <a:ext cx="4027322" cy="2266573"/>
          </a:xfrm>
          <a:prstGeom prst="rect">
            <a:avLst/>
          </a:prstGeom>
        </p:spPr>
      </p:pic>
      <p:pic>
        <p:nvPicPr>
          <p:cNvPr id="20" name="Image 2" descr="/home/user/hoho/assets/exp-popu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64373" y="4591427"/>
            <a:ext cx="4027322" cy="2266573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hoho/assets/keyvisu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914400"/>
            <a:ext cx="8186830" cy="51206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0" y="1417320"/>
            <a:ext cx="2697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A1A1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Would you, Tokki?</a:t>
            </a:r>
            <a:endParaRPr lang="en-US" sz="1900" dirty="0"/>
          </a:p>
        </p:txBody>
      </p:sp>
      <p:sp>
        <p:nvSpPr>
          <p:cNvPr id="4" name="Shape 1"/>
          <p:cNvSpPr/>
          <p:nvPr/>
        </p:nvSpPr>
        <p:spPr>
          <a:xfrm>
            <a:off x="8686800" y="1993392"/>
            <a:ext cx="457200" cy="5486"/>
          </a:xfrm>
          <a:prstGeom prst="rect">
            <a:avLst/>
          </a:prstGeom>
          <a:solidFill>
            <a:srgbClr val="1A1A1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8686800" y="2286000"/>
            <a:ext cx="2697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950" dirty="0">
                <a:solidFill>
                  <a:srgbClr val="5A5A5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서로 다른 물질로 이루어진 우주토끼들이</a:t>
            </a:r>
            <a:endParaRPr lang="en-US" sz="9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950" dirty="0">
                <a:solidFill>
                  <a:srgbClr val="5A5A5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하나의 질문을 건넵니다.</a:t>
            </a:r>
            <a:endParaRPr lang="en-US" sz="950" dirty="0"/>
          </a:p>
        </p:txBody>
      </p:sp>
      <p:sp>
        <p:nvSpPr>
          <p:cNvPr id="6" name="Text 3"/>
          <p:cNvSpPr/>
          <p:nvPr/>
        </p:nvSpPr>
        <p:spPr>
          <a:xfrm>
            <a:off x="8686800" y="3200400"/>
            <a:ext cx="2697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나는 어떤 성질을 지녔는지,</a:t>
            </a:r>
            <a:endParaRPr lang="en-US" sz="9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어떤 흔적을 품고 있는지,</a:t>
            </a:r>
            <a:endParaRPr lang="en-US" sz="9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어떤 모습으로 변해가는지.</a:t>
            </a:r>
            <a:endParaRPr lang="en-US" sz="950" dirty="0"/>
          </a:p>
        </p:txBody>
      </p:sp>
      <p:sp>
        <p:nvSpPr>
          <p:cNvPr id="7" name="Shape 4"/>
          <p:cNvSpPr/>
          <p:nvPr/>
        </p:nvSpPr>
        <p:spPr>
          <a:xfrm>
            <a:off x="8686800" y="4754880"/>
            <a:ext cx="2697480" cy="5486"/>
          </a:xfrm>
          <a:prstGeom prst="rect">
            <a:avLst/>
          </a:prstGeom>
          <a:solidFill>
            <a:srgbClr val="DCDCD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686800" y="4992624"/>
            <a:ext cx="2697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당신은 어떤 토끼인가요?</a:t>
            </a:r>
            <a:endParaRPr lang="en-US" sz="1350" dirty="0"/>
          </a:p>
        </p:txBody>
      </p:sp>
      <p:pic>
        <p:nvPicPr>
          <p:cNvPr id="9" name="Image 1" descr="/home/user/hoho/assets/logo-locku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31719" y="5650749"/>
            <a:ext cx="1436042" cy="401493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wuzu tokki 우주토끼 IP 소개서 (29CM)</dc:title>
  <dc:subject>PptxGenJS Presentation</dc:subject>
  <dc:creator>wuzu tokki</dc:creator>
  <cp:lastModifiedBy>wuzu tokki</cp:lastModifiedBy>
  <cp:revision>1</cp:revision>
  <dcterms:created xsi:type="dcterms:W3CDTF">2026-09-22T08:42:55Z</dcterms:created>
  <dcterms:modified xsi:type="dcterms:W3CDTF">2026-09-22T08:42:55Z</dcterms:modified>
</cp:coreProperties>
</file>