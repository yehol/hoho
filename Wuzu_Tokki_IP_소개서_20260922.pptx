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oho/assets/keyvisu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285" y="1463040"/>
            <a:ext cx="8625410" cy="53949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2331720"/>
            <a:ext cx="2651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spc="40" kern="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wuzu tokki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822960" y="2798064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280" kern="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우주토끼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822960" y="3310128"/>
            <a:ext cx="457200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3511296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 우주의 물질로</a:t>
            </a:r>
            <a:endParaRPr lang="en-US" sz="10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이루어진 토끼들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822960" y="6309360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2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character ip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93776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260" kern="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pPr indent="0" marL="0">
              <a:buNone/>
            </a:pPr>
            <a:r>
              <a:rPr lang="en-US" sz="750" spc="2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the beginning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우주의 모든 물질이 토끼가 된다면?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7863840" cy="1066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우주토끼는 달, 구름, 모래, 암석처럼</a:t>
            </a:r>
            <a:endParaRPr lang="en-US" sz="10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서로 다른 물질로 이루어진 토끼들의 세계입니다.</a:t>
            </a:r>
            <a:endParaRPr lang="en-US" sz="10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토끼의 형태를 가지고 있지만</a:t>
            </a:r>
            <a:endParaRPr lang="en-US" sz="10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각자가 가진 촉감과 무게, 흔적과 변화는 모두 다릅니다.</a:t>
            </a:r>
            <a:endParaRPr lang="en-US" sz="1050" dirty="0"/>
          </a:p>
        </p:txBody>
      </p:sp>
      <p:pic>
        <p:nvPicPr>
          <p:cNvPr id="5" name="Image 0" descr="/home/user/hoho/assets/line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200400"/>
            <a:ext cx="8961120" cy="31946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6455664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wuzu tokki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10454335" y="645566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93776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260" kern="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pPr indent="0" marL="0">
              <a:buNone/>
            </a:pPr>
            <a:r>
              <a:rPr lang="en-US" sz="750" spc="2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material &amp; person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물질의 성질은 사람의 모습과 닮아 있습니다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2148840"/>
            <a:ext cx="5852160" cy="1168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물질은 쉽게 모양이 달라지고,</a:t>
            </a:r>
            <a:endParaRPr lang="en-US" sz="11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물질은 오랜 시간 흔적을 품습니다.</a:t>
            </a:r>
            <a:endParaRPr lang="en-US" sz="11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것은 흩어졌다가 다시 모이고,</a:t>
            </a:r>
            <a:endParaRPr lang="en-US" sz="11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것은 단단하지만 작은 균열을 가지고 있습니다.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22960" y="3611880"/>
            <a:ext cx="5852160" cy="50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00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우주토끼는 물질의 성질을 통해</a:t>
            </a:r>
            <a:endParaRPr lang="en-US" sz="10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0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우리가 가진 서로 다른 모습을 바라봅니다.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5029200"/>
            <a:ext cx="10545775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5285232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당신은 어떤 토끼인가요?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6455664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wuzu tokki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93776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260" kern="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pPr indent="0" marL="0">
              <a:buNone/>
            </a:pPr>
            <a:r>
              <a:rPr lang="en-US" sz="750" spc="2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one form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다르지만, 같은 세계에서 태어난 형태</a:t>
            </a:r>
            <a:endParaRPr lang="en-US" sz="1800" dirty="0"/>
          </a:p>
        </p:txBody>
      </p:sp>
      <p:pic>
        <p:nvPicPr>
          <p:cNvPr id="4" name="Image 0" descr="/home/user/hoho/assets/turnaround_ango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27855" y="1874520"/>
            <a:ext cx="7863840" cy="3931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1938528"/>
            <a:ext cx="3108960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2029968"/>
            <a:ext cx="3108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둥글지만 완전한 구형은 아닌 몸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822960" y="2468880"/>
            <a:ext cx="3108960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560320"/>
            <a:ext cx="3108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안정적으로 바닥에 닿는 배와 발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22960" y="2999232"/>
            <a:ext cx="3108960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3090672"/>
            <a:ext cx="3108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짧고 단순한 앞발과 뒷발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22960" y="3529584"/>
            <a:ext cx="3108960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621024"/>
            <a:ext cx="3108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반드시 존재하는 귀와 꼬리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822960" y="4059936"/>
            <a:ext cx="3108960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4151376"/>
            <a:ext cx="3108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캐릭터마다 통일된 얼굴 비례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22960" y="4590288"/>
            <a:ext cx="3108960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4681728"/>
            <a:ext cx="3108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물성에 따라 달라지는 표면과 실루엣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822960" y="5120640"/>
            <a:ext cx="3108960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5212080"/>
            <a:ext cx="3108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장식보다 재료 자체의 특징을 우선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822960" y="6455664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wuzu tokki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10454335" y="645566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93776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260" kern="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pPr indent="0" marL="0">
              <a:buNone/>
            </a:pPr>
            <a:r>
              <a:rPr lang="en-US" sz="750" spc="2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first materials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우주토끼를 이루는 첫 번째 물질들</a:t>
            </a:r>
            <a:endParaRPr lang="en-US" sz="1800" dirty="0"/>
          </a:p>
        </p:txBody>
      </p:sp>
      <p:pic>
        <p:nvPicPr>
          <p:cNvPr id="4" name="Image 0" descr="/home/user/hoho/assets/keyvisu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600200"/>
            <a:ext cx="7236573" cy="4526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99248" y="1572768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앙고라토끼</a:t>
            </a:r>
            <a:pPr indent="0" marL="0">
              <a:buNone/>
            </a:pPr>
            <a:r>
              <a:rPr lang="en-US" sz="700" spc="18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angora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699248" y="181051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길게 자란 털이 몸의 윤곽을 부드럽게 덮습니다.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7699248" y="213969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나는 서로 다른 사람들 사이를 잇는 자리에 서 있을까요?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7699248" y="2505456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달토끼</a:t>
            </a:r>
            <a:pPr indent="0" marL="0">
              <a:buNone/>
            </a:pPr>
            <a:r>
              <a:rPr lang="en-US" sz="700" spc="18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moon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99248" y="274320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회백색 표면 위에 크고 작은 분화구가 남아 있습니다.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699248" y="307238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나는 지나온 시간의 흔적을 오래 간직하는 편일까요?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7699248" y="3438144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구름토끼</a:t>
            </a:r>
            <a:pPr indent="0" marL="0">
              <a:buNone/>
            </a:pPr>
            <a:r>
              <a:rPr lang="en-US" sz="700" spc="18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cloud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699248" y="367588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희고 푸른 기가 도는 몸이 덩어리처럼 뭉쳐 있습니다.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699248" y="400507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나는 흩어졌다가도 다시 모이는 편일까요?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7699248" y="4370832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모래토끼</a:t>
            </a:r>
            <a:pPr indent="0" marL="0">
              <a:buNone/>
            </a:pPr>
            <a:r>
              <a:rPr lang="en-US" sz="700" spc="18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sand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99248" y="460857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가는 알갱이가 층층이 쌓여 결을 만듭니다.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7699248" y="493776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나는 눌린 자리에서 새로운 모양이 되는 편일까요?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7699248" y="530352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암석토끼</a:t>
            </a:r>
            <a:pPr indent="0" marL="0">
              <a:buNone/>
            </a:pPr>
            <a:r>
              <a:rPr lang="en-US" sz="700" spc="18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rock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699248" y="554126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단단하게 굳은 표면 안쪽으로 가는 결이 지나갑니다.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7699248" y="587044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나는 단단해 보이는 안쪽에 어떤 결을 품고 있을까요?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22960" y="6455664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wuzu tokki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10454335" y="645566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93776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260" kern="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pPr indent="0" marL="0">
              <a:buNone/>
            </a:pPr>
            <a:r>
              <a:rPr lang="en-US" sz="750" spc="2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comparison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형태, 서로 다른 감각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965960" y="1572768"/>
            <a:ext cx="17556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앙고라토끼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965960" y="1792224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angora</a:t>
            </a:r>
            <a:endParaRPr lang="en-US" sz="650" dirty="0"/>
          </a:p>
        </p:txBody>
      </p:sp>
      <p:sp>
        <p:nvSpPr>
          <p:cNvPr id="6" name="Text 4"/>
          <p:cNvSpPr/>
          <p:nvPr/>
        </p:nvSpPr>
        <p:spPr>
          <a:xfrm>
            <a:off x="3858768" y="1572768"/>
            <a:ext cx="17556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달토끼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858768" y="1792224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5751576" y="1572768"/>
            <a:ext cx="17556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구름토끼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751576" y="1792224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cloud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7644384" y="1572768"/>
            <a:ext cx="17556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모래토끼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644384" y="1792224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sand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9537192" y="1572768"/>
            <a:ext cx="17556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암석토끼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537192" y="1792224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rock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822960" y="2084832"/>
            <a:ext cx="10545775" cy="6401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25856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물질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965960" y="2231136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털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858768" y="2231136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달 표면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751576" y="2231136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구름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644384" y="2231136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9537192" y="2231136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암석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822960" y="2743200"/>
            <a:ext cx="10545775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287121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965960" y="2843784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결을 따라 흐르는 장모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858768" y="2843784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크고 작은 분화구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751576" y="2843784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매끄러운 무광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644384" y="2843784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층층이 쌓인 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9537192" y="2843784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각지고 단단한 면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822960" y="3355848"/>
            <a:ext cx="10545775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348386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형태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965960" y="3456432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털이 감싼 둥근 몸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858768" y="3456432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구체에 가까운 몸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751576" y="3456432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뭉친 덩어리 실루엣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644384" y="3456432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결이 감도는 둥근 몸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9537192" y="3456432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면으로 깎인 둥근 몸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822960" y="3968496"/>
            <a:ext cx="10545775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409651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색감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965960" y="4069080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아이보리 · 연한 분홍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3858768" y="4069080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회백색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751576" y="4069080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백색 · 청백색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644384" y="4069080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웜베이지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9537192" y="4069080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짙은 회색 · 금빛 결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822960" y="4581144"/>
            <a:ext cx="10545775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2960" y="470916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인상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965960" y="4681728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폭신하고 따뜻함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858768" y="4681728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서늘하고 고요함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751576" y="4681728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부드럽고 가벼움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644384" y="4681728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서걱이고 건조함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9537192" y="4681728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묵직하고 단단함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22960" y="5193792"/>
            <a:ext cx="10545775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2960" y="53218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1965960" y="5294376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나는 어디에 서 있을까요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3858768" y="5294376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흔적을 오래 간직할까요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5751576" y="5294376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흩어졌다 다시 모일까요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7644384" y="5294376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눌린 자리에서 달라질까요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9537192" y="5294376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안쪽에 어떤 결이 있을까요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822960" y="5806440"/>
            <a:ext cx="10545775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2960" y="5998464"/>
            <a:ext cx="1054577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형태를 공유하지만, 차이는 색이 아니라 표면과 실루엣에서 먼저 드러납니다.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" y="6455664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wuzu tokki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10454335" y="645566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93776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260" kern="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pPr indent="0" marL="0">
              <a:buNone/>
            </a:pPr>
            <a:r>
              <a:rPr lang="en-US" sz="750" spc="2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visual language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부드럽고 조용하지만, 모두 다른 존재들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1481328"/>
            <a:ext cx="2542032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54480"/>
            <a:ext cx="2542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아이보리 기가 남아 있는 부드러운 색감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520440" y="1481328"/>
            <a:ext cx="2542032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20440" y="1554480"/>
            <a:ext cx="2542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파스텔과 저채도 중심의 색 구성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217920" y="1481328"/>
            <a:ext cx="2542032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1554480"/>
            <a:ext cx="2542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광택보다 재료의 표면감을 우선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8915400" y="1481328"/>
            <a:ext cx="2542032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15400" y="1554480"/>
            <a:ext cx="2542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단순하고 안정적인 실루엣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22960" y="1883664"/>
            <a:ext cx="2542032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1956816"/>
            <a:ext cx="2542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최소한으로 절제한 하이라이트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520440" y="1883664"/>
            <a:ext cx="2542032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20440" y="1956816"/>
            <a:ext cx="2542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귀여움과 오브제성의 균형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217920" y="1883664"/>
            <a:ext cx="2542032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1956816"/>
            <a:ext cx="2542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표면이 흔들리지 않는 정돈된 마감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8915400" y="1883664"/>
            <a:ext cx="2542032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15400" y="1956816"/>
            <a:ext cx="2542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사실적이지 않으면서 물성은 남는 표현</a:t>
            </a:r>
            <a:endParaRPr lang="en-US" sz="850" dirty="0"/>
          </a:p>
        </p:txBody>
      </p:sp>
      <p:pic>
        <p:nvPicPr>
          <p:cNvPr id="20" name="Image 0" descr="/home/user/hoho/assets/line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511661"/>
            <a:ext cx="12191695" cy="434633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93776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260" kern="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pPr indent="0" marL="0">
              <a:buNone/>
            </a:pPr>
            <a:r>
              <a:rPr lang="en-US" sz="750" spc="2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expanding materials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우주토끼는 계속 다른 물질을 발견합니다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8595360" cy="50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00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캐릭터의 수를 늘리는 방식이 아니라, 새로운 물질을 만날 때마다</a:t>
            </a:r>
            <a:endParaRPr lang="en-US" sz="10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0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세계가 한 겹씩 넓어지는 구조입니다.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2697480"/>
            <a:ext cx="2011680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88036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944368" y="2697480"/>
            <a:ext cx="2011680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44368" y="288036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푸딩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65776" y="2697480"/>
            <a:ext cx="2011680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65776" y="288036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87184" y="2697480"/>
            <a:ext cx="2011680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87184" y="288036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오로라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308592" y="2697480"/>
            <a:ext cx="2011680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08592" y="288036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바다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3922776"/>
            <a:ext cx="2011680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105656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아이스크림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44368" y="3922776"/>
            <a:ext cx="2011680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44368" y="4105656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커피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65776" y="3922776"/>
            <a:ext cx="2011680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65776" y="4105656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비눗방울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187184" y="3922776"/>
            <a:ext cx="2011680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87184" y="4105656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태양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308592" y="3922776"/>
            <a:ext cx="2011680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08592" y="4105656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크림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22960" y="5632704"/>
            <a:ext cx="10545775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5833872"/>
            <a:ext cx="1054577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확정된 제품 계획이 아니라, 앞으로 탐구할 수 있는 물질의 방향입니다.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960" y="6455664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wuzu tokki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0454335" y="645566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93776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260" kern="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pPr indent="0" marL="0">
              <a:buNone/>
            </a:pPr>
            <a:r>
              <a:rPr lang="en-US" sz="750" spc="2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experience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보고, 만지고, 모으고, 공간에서 만나는 토끼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1572768"/>
            <a:ext cx="2542032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37360"/>
            <a:ext cx="25420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오브제로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2048256"/>
            <a:ext cx="2542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수집형 아트토이</a:t>
            </a:r>
            <a:endParaRPr lang="en-US" sz="8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 오브제</a:t>
            </a:r>
            <a:endParaRPr lang="en-US" sz="8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미니 피규어</a:t>
            </a:r>
            <a:endParaRPr lang="en-US" sz="8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 캐릭터 봉제 인형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520440" y="1572768"/>
            <a:ext cx="2542032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1737360"/>
            <a:ext cx="25420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곁에 두는 것으로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520440" y="2048256"/>
            <a:ext cx="2542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키링과 백참</a:t>
            </a:r>
            <a:endParaRPr lang="en-US" sz="8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패키지와 질문 카드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217920" y="1572768"/>
            <a:ext cx="2542032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1737360"/>
            <a:ext cx="25420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공간에서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0" y="2048256"/>
            <a:ext cx="2542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팝업 전시</a:t>
            </a:r>
            <a:endParaRPr lang="en-US" sz="8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공간 연출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915400" y="1572768"/>
            <a:ext cx="2542032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15400" y="1737360"/>
            <a:ext cx="25420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915400" y="2048256"/>
            <a:ext cx="2542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 협업</a:t>
            </a:r>
            <a:endParaRPr lang="en-US" sz="8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이미지와 짧은 콘텐츠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22960" y="3520440"/>
            <a:ext cx="3337560" cy="2377440"/>
          </a:xfrm>
          <a:prstGeom prst="rect">
            <a:avLst/>
          </a:prstGeom>
          <a:solidFill>
            <a:srgbClr val="F2F2F1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517136"/>
            <a:ext cx="3337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아트토이 · 오브제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" y="4754880"/>
            <a:ext cx="3337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spc="12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준비 중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4416552" y="3520440"/>
            <a:ext cx="3337560" cy="2377440"/>
          </a:xfrm>
          <a:prstGeom prst="rect">
            <a:avLst/>
          </a:prstGeom>
          <a:solidFill>
            <a:srgbClr val="F2F2F1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16552" y="4517136"/>
            <a:ext cx="3337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패키지 · 질문 카드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16552" y="4754880"/>
            <a:ext cx="3337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spc="12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준비 중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8010144" y="3520440"/>
            <a:ext cx="3337560" cy="2377440"/>
          </a:xfrm>
          <a:prstGeom prst="rect">
            <a:avLst/>
          </a:prstGeom>
          <a:solidFill>
            <a:srgbClr val="F2F2F1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10144" y="4517136"/>
            <a:ext cx="3337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팝업 · 공간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010144" y="4754880"/>
            <a:ext cx="3337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spc="12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준비 중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822960" y="6455664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wuzu tokki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0454335" y="645566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oho/assets/keyvisu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14400"/>
            <a:ext cx="8186830" cy="5120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0" y="1417320"/>
            <a:ext cx="2697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Would you, Tokki?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8686800" y="1993392"/>
            <a:ext cx="457200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686800" y="228600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9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서로 다른 물질로 이루어진</a:t>
            </a:r>
            <a:endParaRPr lang="en-US" sz="9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9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우주토끼들은 우리에게</a:t>
            </a:r>
            <a:endParaRPr lang="en-US" sz="9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9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하나의 질문을 건넵니다.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8686800" y="3364992"/>
            <a:ext cx="2697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나는 어떤 성질을 가지고 있는지,</a:t>
            </a:r>
            <a:endParaRPr lang="en-US" sz="9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흔적을 품고 있는지,</a:t>
            </a:r>
            <a:endParaRPr lang="en-US" sz="9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그리고 어떤 모습으로</a:t>
            </a:r>
            <a:endParaRPr lang="en-US" sz="9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변해가고 있는지.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8686800" y="4754880"/>
            <a:ext cx="2697480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0" y="499262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당신은 어떤 토끼인가요?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686800" y="5779008"/>
            <a:ext cx="2697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wuzu tokki · 우주토끼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wuzu tokki 우주토끼 IP 소개서 (29CM)</dc:title>
  <dc:subject>PptxGenJS Presentation</dc:subject>
  <dc:creator>wuzu tokki</dc:creator>
  <cp:lastModifiedBy>wuzu tokki</cp:lastModifiedBy>
  <cp:revision>1</cp:revision>
  <dcterms:created xsi:type="dcterms:W3CDTF">2026-09-22T06:19:28Z</dcterms:created>
  <dcterms:modified xsi:type="dcterms:W3CDTF">2026-09-22T06:19:28Z</dcterms:modified>
</cp:coreProperties>
</file>