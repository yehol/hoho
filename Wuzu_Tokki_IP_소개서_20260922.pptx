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11480"/>
            <a:ext cx="121916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spc="120" kern="0" dirty="0">
                <a:solidFill>
                  <a:srgbClr val="33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wuzu tokki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1005840"/>
            <a:ext cx="121916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spc="240" kern="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739232" y="1426464"/>
            <a:ext cx="713232" cy="10973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155448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 우주의 물질로 이루어진 토끼들</a:t>
            </a:r>
            <a:endParaRPr lang="en-US" sz="1250" dirty="0"/>
          </a:p>
        </p:txBody>
      </p:sp>
      <p:pic>
        <p:nvPicPr>
          <p:cNvPr id="6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4465" y="1965960"/>
            <a:ext cx="7382766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BEGINNING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우주의 모든 물질이 토끼가 된다면?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777240" y="1554480"/>
            <a:ext cx="8595360" cy="1174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13"/>
              </a:lnSpc>
              <a:buNone/>
            </a:pPr>
            <a:r>
              <a:rPr lang="en-US" sz="12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달, 구름, 모래, 암석처럼</a:t>
            </a:r>
            <a:endParaRPr lang="en-US" sz="1250" dirty="0"/>
          </a:p>
          <a:p>
            <a:pPr indent="0" marL="0">
              <a:lnSpc>
                <a:spcPts val="2313"/>
              </a:lnSpc>
              <a:buNone/>
            </a:pPr>
            <a:r>
              <a:rPr lang="en-US" sz="12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물질로 이루어진 토끼들의 세계입니다.</a:t>
            </a:r>
            <a:endParaRPr lang="en-US" sz="1250" dirty="0"/>
          </a:p>
          <a:p>
            <a:pPr indent="0" marL="0">
              <a:lnSpc>
                <a:spcPts val="2313"/>
              </a:lnSpc>
              <a:buNone/>
            </a:pPr>
            <a:r>
              <a:rPr lang="en-US" sz="12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토끼의 형태를 가지고 있지만</a:t>
            </a:r>
            <a:endParaRPr lang="en-US" sz="1250" dirty="0"/>
          </a:p>
          <a:p>
            <a:pPr indent="0" marL="0">
              <a:lnSpc>
                <a:spcPts val="2313"/>
              </a:lnSpc>
              <a:buNone/>
            </a:pPr>
            <a:r>
              <a:rPr lang="en-US" sz="12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각자가 가진 촉감과 무게, 흔적과 변화는 모두 다릅니다.</a:t>
            </a:r>
            <a:endParaRPr lang="en-US" sz="1250" dirty="0"/>
          </a:p>
        </p:txBody>
      </p:sp>
      <p:pic>
        <p:nvPicPr>
          <p:cNvPr id="5" name="Image 0" descr="/home/user/hoho/assets/lin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728" y="2926080"/>
            <a:ext cx="8778240" cy="31294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&amp; PERSON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물질의 성질은 사람의 모습과 닮아 있습니다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755648"/>
            <a:ext cx="566928" cy="10973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12848"/>
            <a:ext cx="9509760" cy="1268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98"/>
              </a:lnSpc>
              <a:buNone/>
            </a:pPr>
            <a:r>
              <a:rPr lang="en-US" sz="13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물질은 쉽게 모양이 달라지고,</a:t>
            </a:r>
            <a:endParaRPr lang="en-US" sz="1350" dirty="0"/>
          </a:p>
          <a:p>
            <a:pPr indent="0" marL="0">
              <a:lnSpc>
                <a:spcPts val="2498"/>
              </a:lnSpc>
              <a:buNone/>
            </a:pPr>
            <a:r>
              <a:rPr lang="en-US" sz="13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물질은 오랜 시간 흔적을 품습니다.</a:t>
            </a:r>
            <a:endParaRPr lang="en-US" sz="1350" dirty="0"/>
          </a:p>
          <a:p>
            <a:pPr indent="0" marL="0">
              <a:lnSpc>
                <a:spcPts val="2498"/>
              </a:lnSpc>
              <a:buNone/>
            </a:pPr>
            <a:r>
              <a:rPr lang="en-US" sz="13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것은 흩어졌다가 다시 모이고,</a:t>
            </a:r>
            <a:endParaRPr lang="en-US" sz="1350" dirty="0"/>
          </a:p>
          <a:p>
            <a:pPr indent="0" marL="0">
              <a:lnSpc>
                <a:spcPts val="2498"/>
              </a:lnSpc>
              <a:buNone/>
            </a:pPr>
            <a:r>
              <a:rPr lang="en-US" sz="13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것은 단단하지만 작은 균열을 가지고 있습니다.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3730752"/>
            <a:ext cx="9509760" cy="56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물질의 성질을 통해</a:t>
            </a:r>
            <a:endParaRPr lang="en-US" sz="1200" dirty="0"/>
          </a:p>
          <a:p>
            <a:pPr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우리가 가진 서로 다른 모습을 바라봅니다.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4864608"/>
            <a:ext cx="10634472" cy="10973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512064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spc="6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당신은 어떤 토끼인가요?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다르지만, 같은 세계에서 태어난 형태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777240" y="14813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물성이 달라도 하나의 패밀리로 읽히는 이유는 형태의 기준을 공유하기 때문입니다.</a:t>
            </a:r>
            <a:endParaRPr lang="en-US" sz="1100" dirty="0"/>
          </a:p>
        </p:txBody>
      </p:sp>
      <p:pic>
        <p:nvPicPr>
          <p:cNvPr id="5" name="Image 0" descr="/home/user/hoho/assets/turnaround_ang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8321040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89720" y="2084832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89720" y="217627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둥글지만 완전한 구형은 아닌 몸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9189720" y="2660904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89720" y="2752344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안정적으로 바닥에 닿는 배와 발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189720" y="3236976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89720" y="3328416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단순한 앞발과 뒷발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189720" y="3813048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89720" y="3904488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 존재하는 귀와 꼬리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189720" y="4389120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89720" y="44805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캐릭터마다 통일된 얼굴 비례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189720" y="4965192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89720" y="505663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물성에 따라 달라지는 표면과 실루엣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189720" y="5541264"/>
            <a:ext cx="2331720" cy="7315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89720" y="5632704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장식보다 재료 자체의 특징을 우선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FIRST MATERIALS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2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우주토끼를 이루는 첫 번째 물질들</a:t>
            </a:r>
            <a:endParaRPr lang="en-US" sz="2400" dirty="0"/>
          </a:p>
        </p:txBody>
      </p:sp>
      <p:pic>
        <p:nvPicPr>
          <p:cNvPr id="4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27632"/>
            <a:ext cx="7528959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30768" y="15361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앙고라토끼</a:t>
            </a:r>
            <a:pPr indent="0" marL="0">
              <a:buNone/>
            </a:pPr>
            <a:r>
              <a:rPr lang="en-US" sz="750" spc="14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ANGORA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8430768" y="178308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길게 자란 털이 몸의 윤곽을 부드럽게 덮습니다.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8430768" y="213969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서로 다른 사람들 사이를 잇는 자리에 서 있을까요?</a:t>
            </a:r>
            <a:endParaRPr lang="en-US" sz="880" dirty="0"/>
          </a:p>
        </p:txBody>
      </p:sp>
      <p:sp>
        <p:nvSpPr>
          <p:cNvPr id="8" name="Text 5"/>
          <p:cNvSpPr/>
          <p:nvPr/>
        </p:nvSpPr>
        <p:spPr>
          <a:xfrm>
            <a:off x="8430768" y="248716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달토끼</a:t>
            </a:r>
            <a:pPr indent="0" marL="0">
              <a:buNone/>
            </a:pPr>
            <a:r>
              <a:rPr lang="en-US" sz="750" spc="14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MOON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30768" y="273405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회백색 표면 위에 크고 작은 분화구가 남아 있습니다.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8430768" y="309067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지나온 시간의 흔적을 오래 간직하는 편일까요?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8430768" y="343814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구름토끼</a:t>
            </a:r>
            <a:pPr indent="0" marL="0">
              <a:buNone/>
            </a:pPr>
            <a:r>
              <a:rPr lang="en-US" sz="750" spc="14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CLOUD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430768" y="368503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희고 푸른 기가 도는 몸이 덩어리처럼 뭉쳐 있습니다.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8430768" y="4041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흩어졌다가도 다시 모이는 편일까요?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8430768" y="43891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모래토끼</a:t>
            </a:r>
            <a:pPr indent="0" marL="0">
              <a:buNone/>
            </a:pPr>
            <a:r>
              <a:rPr lang="en-US" sz="750" spc="14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SAND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430768" y="463600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가는 알갱이가 층층이 쌓여 결을 만듭니다.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8430768" y="499262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눌린 자리에서 새로운 모양이 되는 편일까요?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8430768" y="53400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암석토끼</a:t>
            </a:r>
            <a:pPr indent="0" marL="0">
              <a:buNone/>
            </a:pPr>
            <a:r>
              <a:rPr lang="en-US" sz="750" spc="14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ROCK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430768" y="558698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단단하게 굳은 표면 안쪽으로 가는 결이 지나갑니다.</a:t>
            </a:r>
            <a:endParaRPr lang="en-US" sz="880" dirty="0"/>
          </a:p>
        </p:txBody>
      </p:sp>
      <p:sp>
        <p:nvSpPr>
          <p:cNvPr id="19" name="Text 16"/>
          <p:cNvSpPr/>
          <p:nvPr/>
        </p:nvSpPr>
        <p:spPr>
          <a:xfrm>
            <a:off x="8430768" y="59436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단단해 보이는 안쪽에 어떤 결을 품고 있을까요?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COMPARISON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형태, 서로 다른 감각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993392" y="162763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앙고라토끼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993392" y="1865376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3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ANGORA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877056" y="162763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달토끼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77056" y="1865376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3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MOON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720" y="162763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구름토끼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760720" y="1865376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3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644384" y="162763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모래토끼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44384" y="1865376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3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SAND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528048" y="162763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암석토끼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528048" y="1865376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3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ROCK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77240" y="2157984"/>
            <a:ext cx="10634472" cy="8230"/>
          </a:xfrm>
          <a:prstGeom prst="rect">
            <a:avLst/>
          </a:prstGeom>
          <a:solidFill>
            <a:srgbClr val="33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340864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993392" y="23042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털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3877056" y="23042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 표면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760720" y="23042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7644384" y="23042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9528048" y="23042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777240" y="2834640"/>
            <a:ext cx="10634472" cy="5486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962656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993392" y="29260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결을 따라 흐르는 장모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3877056" y="29260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크고 작은 분화구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5760720" y="29260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무광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7644384" y="29260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층층이 쌓인 결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9528048" y="29260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각지고 단단한 면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777240" y="3456432"/>
            <a:ext cx="10634472" cy="5486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3584448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993392" y="354787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털이 감싼 둥근 몸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3877056" y="354787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구체에 가까운 몸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760720" y="354787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뭉친 덩어리 실루엣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7644384" y="354787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결이 감도는 둥근 몸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9528048" y="354787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면으로 깎인 둥근 몸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77240" y="4078224"/>
            <a:ext cx="10634472" cy="5486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206240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색감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169664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 · 연한 분홍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3877056" y="4169664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회백색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760720" y="4169664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백색 · 청백색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7644384" y="4169664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웜베이지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9528048" y="4169664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짙은 회색 · 금빛 결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777240" y="4700016"/>
            <a:ext cx="10634472" cy="5486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4828032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인상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93392" y="4791456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폭신하고 따뜻함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3877056" y="4791456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서늘하고 고요함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5760720" y="4791456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부드럽고 가벼움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644384" y="4791456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서걱이고 건조함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9528048" y="4791456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묵직하고 단단함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777240" y="5321808"/>
            <a:ext cx="10634472" cy="5486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5449824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993392" y="541324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어디에 서 있을까요</a:t>
            </a:r>
            <a:endParaRPr lang="en-US" sz="880" dirty="0"/>
          </a:p>
        </p:txBody>
      </p:sp>
      <p:sp>
        <p:nvSpPr>
          <p:cNvPr id="52" name="Text 50"/>
          <p:cNvSpPr/>
          <p:nvPr/>
        </p:nvSpPr>
        <p:spPr>
          <a:xfrm>
            <a:off x="3877056" y="541324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흔적을 오래 간직할까요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760720" y="541324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흩어졌다 다시 모일까요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7644384" y="541324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눌린 자리에서 달라질까요</a:t>
            </a:r>
            <a:endParaRPr lang="en-US" sz="880" dirty="0"/>
          </a:p>
        </p:txBody>
      </p:sp>
      <p:sp>
        <p:nvSpPr>
          <p:cNvPr id="55" name="Text 53"/>
          <p:cNvSpPr/>
          <p:nvPr/>
        </p:nvSpPr>
        <p:spPr>
          <a:xfrm>
            <a:off x="9528048" y="541324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안쪽에 어떤 결이 있을까요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777240" y="5943600"/>
            <a:ext cx="10634472" cy="5486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6053328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형태를 공유하지만, 차이는 색이 아니라 표면과 실루엣에서 먼저 드러납니다.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VISUAL LANGUAGE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부드럽고 조용하지만, 모두 다른 존재들</a:t>
            </a:r>
            <a:endParaRPr lang="en-US" sz="2500" dirty="0"/>
          </a:p>
        </p:txBody>
      </p:sp>
      <p:pic>
        <p:nvPicPr>
          <p:cNvPr id="4" name="Image 0" descr="/home/user/hoho/assets/lin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10634472" cy="379118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5504688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5586984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 기가 남아 있는 부드러운 색감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474720" y="5504688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74720" y="5586984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파스텔과 저채도 중심의 색 구성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72200" y="5504688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72200" y="5586984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광택보다 재료의 표면감을 우선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869680" y="5504688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0" y="5586984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단순하고 안정적인 실루엣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77240" y="5925312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600760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최소한으로 절제한 하이라이트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474720" y="5925312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74720" y="600760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귀여움과 오브제성의 균형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172200" y="5925312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72200" y="600760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표면이 흔들리지 않는 정돈된 마감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869680" y="5925312"/>
            <a:ext cx="2542032" cy="6401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600760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사실적이지 않으면서 물성은 남는 표현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EXPANDING MATERIALS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계속 다른 물질을 발견합니다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777240" y="1572768"/>
            <a:ext cx="9509760" cy="563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캐릭터의 수를 늘리는 방식이 아니라, 새로운 물질을 만날 때마다</a:t>
            </a:r>
            <a:endParaRPr lang="en-US" sz="1200" dirty="0"/>
          </a:p>
          <a:p>
            <a:pPr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세계가 한 겹씩 넓어지는 구조입니다.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2670048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871216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90088" y="2670048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90088" y="2871216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푸딩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02936" y="2670048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02936" y="2871216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15784" y="2670048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15784" y="2871216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오로라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28632" y="2670048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8632" y="2871216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바다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3968496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9664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아이스크림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90088" y="3968496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90088" y="4169664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커피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02936" y="3968496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02936" y="4169664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비눗방울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15784" y="3968496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15784" y="4169664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태양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28632" y="3968496"/>
            <a:ext cx="2048256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28632" y="4169664"/>
            <a:ext cx="20482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크림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" y="5577840"/>
            <a:ext cx="10972800" cy="10973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7790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확정된 제품 계획이 아니라, 앞으로 탐구할 수 있는 물질의 방향입니다.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75"/>
              </a:lnSpc>
              <a:buNone/>
            </a:pPr>
            <a:r>
              <a:rPr lang="en-US" sz="25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보고, 만지고, 모으고, 공간에서 만나는 토끼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627632"/>
            <a:ext cx="2560320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105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오브제로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139696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수집형 아트토이</a:t>
            </a:r>
            <a:endParaRPr lang="en-US" sz="93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오브제</a:t>
            </a:r>
            <a:endParaRPr lang="en-US" sz="93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피규어</a:t>
            </a:r>
            <a:endParaRPr lang="en-US" sz="93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캐릭터 봉제 인형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566160" y="1627632"/>
            <a:ext cx="2560320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8105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곁에 두는 것으로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66160" y="2139696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키링과 백참</a:t>
            </a:r>
            <a:endParaRPr lang="en-US" sz="93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패키지와 질문 카드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355080" y="1627632"/>
            <a:ext cx="2560320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8105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공간에서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2139696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팝업 전시</a:t>
            </a:r>
            <a:endParaRPr lang="en-US" sz="93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 연출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144000" y="1627632"/>
            <a:ext cx="2560320" cy="8230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18105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0" y="2139696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협업</a:t>
            </a:r>
            <a:endParaRPr lang="en-US" sz="93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3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이미지와 짧은 콘텐츠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7240" y="3611880"/>
            <a:ext cx="3474720" cy="2331720"/>
          </a:xfrm>
          <a:prstGeom prst="rect">
            <a:avLst/>
          </a:prstGeom>
          <a:solidFill>
            <a:srgbClr val="FBF9F5"/>
          </a:solidFill>
          <a:ln w="9525">
            <a:solidFill>
              <a:srgbClr val="DED7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5720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아트토이 · 오브제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4809744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9C2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준비 중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26280" y="3611880"/>
            <a:ext cx="3474720" cy="2331720"/>
          </a:xfrm>
          <a:prstGeom prst="rect">
            <a:avLst/>
          </a:prstGeom>
          <a:solidFill>
            <a:srgbClr val="FBF9F5"/>
          </a:solidFill>
          <a:ln w="9525">
            <a:solidFill>
              <a:srgbClr val="DED7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45720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 · 질문 카드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809744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9C2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준비 중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275320" y="3611880"/>
            <a:ext cx="3474720" cy="2331720"/>
          </a:xfrm>
          <a:prstGeom prst="rect">
            <a:avLst/>
          </a:prstGeom>
          <a:solidFill>
            <a:srgbClr val="FBF9F5"/>
          </a:solidFill>
          <a:ln w="9525">
            <a:solidFill>
              <a:srgbClr val="DED7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45720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팝업 · 공간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75320" y="4809744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9C2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준비 중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" y="6446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515600" y="6446520"/>
            <a:ext cx="8961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774825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14813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3331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Would you, Tokki?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8366760" y="2103120"/>
            <a:ext cx="566928" cy="10973"/>
          </a:xfrm>
          <a:prstGeom prst="rect">
            <a:avLst/>
          </a:prstGeom>
          <a:solidFill>
            <a:srgbClr val="A887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366760" y="2432304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물질로 이루어진 우주토끼들은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6B66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우리에게 하나의 질문을 건넵니다.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366760" y="3310128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어떤 성질을 가지고 있는지,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흔적을 품고 있는지,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1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 어떤 모습으로 변해가고 있는지.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366760" y="4681728"/>
            <a:ext cx="3383280" cy="10973"/>
          </a:xfrm>
          <a:prstGeom prst="rect">
            <a:avLst/>
          </a:prstGeom>
          <a:solidFill>
            <a:srgbClr val="DED7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66760" y="493776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87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당신은 어떤 토끼인가요?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366760" y="574243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38C8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 · 우주토끼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wuzu tokki 우주토끼 IP 소개서</dc:title>
  <dc:subject>PptxGenJS Presentation</dc:subject>
  <dc:creator>wuzu tokki</dc:creator>
  <cp:lastModifiedBy>wuzu tokki</cp:lastModifiedBy>
  <cp:revision>1</cp:revision>
  <dcterms:created xsi:type="dcterms:W3CDTF">2026-09-22T06:02:17Z</dcterms:created>
  <dcterms:modified xsi:type="dcterms:W3CDTF">2026-09-22T06:02:17Z</dcterms:modified>
</cp:coreProperties>
</file>